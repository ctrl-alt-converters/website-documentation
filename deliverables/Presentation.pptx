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 id="214748370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Audiowide"/>
      <p:regular r:id="rId23"/>
    </p:embeddedFont>
    <p:embeddedFont>
      <p:font typeface="Roboto"/>
      <p:regular r:id="rId24"/>
      <p:bold r:id="rId25"/>
      <p:italic r:id="rId26"/>
      <p:boldItalic r:id="rId27"/>
    </p:embeddedFont>
    <p:embeddedFont>
      <p:font typeface="Karla"/>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regular.fntdata"/><Relationship Id="rId23" Type="http://schemas.openxmlformats.org/officeDocument/2006/relationships/font" Target="fonts/Audiowid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Karla-regular.fntdata"/><Relationship Id="rId27" Type="http://schemas.openxmlformats.org/officeDocument/2006/relationships/font" Target="fonts/Roboto-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Karla-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Karla-boldItalic.fntdata"/><Relationship Id="rId30" Type="http://schemas.openxmlformats.org/officeDocument/2006/relationships/font" Target="fonts/Karla-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a16c3c146b_0_17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a16c3c146b_0_1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 1 - Vandoran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a16c3c146b_0_1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a16c3c146b_0_1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 1 - Vandoran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a16c3c146b_0_1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a16c3c146b_0_1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 2 - Alex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To develop an AI-powered tool that not only modernizes legacy code but also automates the build, testing, and documentation process—producing production-ready applications and technical documentation.</a:t>
            </a:r>
            <a:br>
              <a:rPr lang="en"/>
            </a:br>
            <a:endParaRPr/>
          </a:p>
          <a:p>
            <a:pPr indent="0" lvl="0" marL="0" rtl="0" algn="l">
              <a:spcBef>
                <a:spcPts val="0"/>
              </a:spcBef>
              <a:spcAft>
                <a:spcPts val="0"/>
              </a:spcAft>
              <a:buClr>
                <a:schemeClr val="dk1"/>
              </a:buClr>
              <a:buSzPts val="1100"/>
              <a:buFont typeface="Arial"/>
              <a:buNone/>
            </a:pPr>
            <a:r>
              <a:rPr lang="en"/>
              <a:t>The Objectives</a:t>
            </a:r>
            <a:endParaRPr/>
          </a:p>
          <a:p>
            <a:pPr indent="0" lvl="0" marL="0" rtl="0" algn="l">
              <a:spcBef>
                <a:spcPts val="0"/>
              </a:spcBef>
              <a:spcAft>
                <a:spcPts val="0"/>
              </a:spcAft>
              <a:buClr>
                <a:schemeClr val="dk1"/>
              </a:buClr>
              <a:buSzPts val="1100"/>
              <a:buFont typeface="Arial"/>
              <a:buNone/>
            </a:pPr>
            <a:r>
              <a:rPr lang="en"/>
              <a:t>To do that, we have four specific objectives:</a:t>
            </a:r>
            <a:endParaRPr/>
          </a:p>
          <a:p>
            <a:pPr indent="-298450" lvl="0" marL="457200" rtl="0" algn="l">
              <a:spcBef>
                <a:spcPts val="0"/>
              </a:spcBef>
              <a:spcAft>
                <a:spcPts val="0"/>
              </a:spcAft>
              <a:buSzPts val="1100"/>
              <a:buAutoNum type="arabicPeriod"/>
            </a:pPr>
            <a:r>
              <a:rPr lang="en"/>
              <a:t>Conversion: First, we use the AI model to handle the actual language transformation from [Legacy Language] to [Target Language].</a:t>
            </a:r>
            <a:endParaRPr/>
          </a:p>
          <a:p>
            <a:pPr indent="-298450" lvl="0" marL="457200" rtl="0" algn="l">
              <a:spcBef>
                <a:spcPts val="0"/>
              </a:spcBef>
              <a:spcAft>
                <a:spcPts val="0"/>
              </a:spcAft>
              <a:buSzPts val="1100"/>
              <a:buAutoNum type="arabicPeriod"/>
            </a:pPr>
            <a:r>
              <a:rPr lang="en"/>
              <a:t>Automation: But code is useless if it doesn't run. We are automating the build processes to ensure the new code compiles immediately.</a:t>
            </a:r>
            <a:endParaRPr/>
          </a:p>
          <a:p>
            <a:pPr indent="-298450" lvl="0" marL="457200" rtl="0" algn="l">
              <a:spcBef>
                <a:spcPts val="0"/>
              </a:spcBef>
              <a:spcAft>
                <a:spcPts val="0"/>
              </a:spcAft>
              <a:buSzPts val="1100"/>
              <a:buAutoNum type="arabicPeriod"/>
            </a:pPr>
            <a:r>
              <a:rPr lang="en"/>
              <a:t>Documentation: We generate the necessary technical artifacts and docs automatically, so the new codebase is maintainable from Day 1.</a:t>
            </a:r>
            <a:endParaRPr/>
          </a:p>
          <a:p>
            <a:pPr indent="-298450" lvl="0" marL="457200" rtl="0" algn="l">
              <a:spcBef>
                <a:spcPts val="0"/>
              </a:spcBef>
              <a:spcAft>
                <a:spcPts val="0"/>
              </a:spcAft>
              <a:buSzPts val="1100"/>
              <a:buAutoNum type="arabicPeriod"/>
            </a:pPr>
            <a:r>
              <a:rPr lang="en"/>
              <a:t>Parity: Finally, and most importantly, we validate that the new system behaves exactly like the old one—preserving functional parity.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914d84fe30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914d84fe30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 2 Alex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little insight into how our team operates:</a:t>
            </a:r>
            <a:endParaRPr/>
          </a:p>
          <a:p>
            <a:pPr indent="-298450" lvl="0" marL="457200" rtl="0" algn="l">
              <a:spcBef>
                <a:spcPts val="0"/>
              </a:spcBef>
              <a:spcAft>
                <a:spcPts val="0"/>
              </a:spcAft>
              <a:buSzPts val="1100"/>
              <a:buChar char="-"/>
            </a:pPr>
            <a:r>
              <a:rPr lang="en"/>
              <a:t>Jira manages tasks/stories/sprints</a:t>
            </a:r>
            <a:endParaRPr/>
          </a:p>
          <a:p>
            <a:pPr indent="-298450" lvl="0" marL="457200" rtl="0" algn="l">
              <a:spcBef>
                <a:spcPts val="0"/>
              </a:spcBef>
              <a:spcAft>
                <a:spcPts val="0"/>
              </a:spcAft>
              <a:buSzPts val="1100"/>
              <a:buChar char="-"/>
            </a:pPr>
            <a:r>
              <a:rPr lang="en"/>
              <a:t>Primary team communication (sprint planning, meetings, pair programming) is done on discord</a:t>
            </a:r>
            <a:endParaRPr/>
          </a:p>
          <a:p>
            <a:pPr indent="-298450" lvl="0" marL="457200" rtl="0" algn="l">
              <a:spcBef>
                <a:spcPts val="0"/>
              </a:spcBef>
              <a:spcAft>
                <a:spcPts val="0"/>
              </a:spcAft>
              <a:buSzPts val="1100"/>
              <a:buChar char="-"/>
            </a:pPr>
            <a:r>
              <a:rPr lang="en"/>
              <a:t>Email artifacts to sponsors and such</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a16c3c146b_0_1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a16c3c146b_0_1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a55ed913a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a55ed913a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a55ed913a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a55ed913a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914d84fe30_0_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914d84fe30_0_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 3 - Vitaliy Sviridyuk</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So, I'm going to go over our system architecture. I will be skipping over the diagram for now to get through this in a reasonable amount of time.</a:t>
            </a:r>
            <a:br>
              <a:rPr lang="en">
                <a:solidFill>
                  <a:schemeClr val="dk1"/>
                </a:solidFill>
              </a:rPr>
            </a:br>
            <a:br>
              <a:rPr lang="en">
                <a:solidFill>
                  <a:schemeClr val="dk1"/>
                </a:solidFill>
              </a:rPr>
            </a:br>
            <a:r>
              <a:rPr lang="en">
                <a:solidFill>
                  <a:schemeClr val="dk1"/>
                </a:solidFill>
              </a:rPr>
              <a:t>I’ll be starting with the </a:t>
            </a:r>
            <a:r>
              <a:rPr b="1" lang="en">
                <a:solidFill>
                  <a:schemeClr val="dk1"/>
                </a:solidFill>
              </a:rPr>
              <a:t>backend </a:t>
            </a:r>
            <a:r>
              <a:rPr lang="en">
                <a:solidFill>
                  <a:schemeClr val="dk1"/>
                </a:solidFill>
              </a:rPr>
              <a:t>here given it is the core of our application.</a:t>
            </a:r>
            <a:br>
              <a:rPr lang="en">
                <a:solidFill>
                  <a:schemeClr val="dk1"/>
                </a:solidFill>
              </a:rPr>
            </a:br>
            <a:br>
              <a:rPr lang="en">
                <a:solidFill>
                  <a:schemeClr val="dk1"/>
                </a:solidFill>
              </a:rPr>
            </a:br>
            <a:r>
              <a:rPr lang="en">
                <a:solidFill>
                  <a:schemeClr val="dk1"/>
                </a:solidFill>
              </a:rPr>
              <a:t>Our backend utilizes a Python based FastAPI framework. This is to allow for asynchronous endpoint calls which is needed to effectively queue a large number of long running tasks like from AWS bedrock in our case. This backend would be hosted on a long running EKS cluster. We are utilizing EKS due to the want to utilize core Kubernetes features (custom jobs, secure networking between backend and sandbox nodes) and want to reduce extreme reliance on AWS infrastructure.</a:t>
            </a:r>
            <a:br>
              <a:rPr lang="en">
                <a:solidFill>
                  <a:schemeClr val="dk1"/>
                </a:solidFill>
              </a:rPr>
            </a:br>
            <a:br>
              <a:rPr lang="en">
                <a:solidFill>
                  <a:schemeClr val="dk1"/>
                </a:solidFill>
              </a:rPr>
            </a:br>
            <a:r>
              <a:rPr lang="en">
                <a:solidFill>
                  <a:schemeClr val="dk1"/>
                </a:solidFill>
              </a:rPr>
              <a:t>So that leads us into the first AWS service used by our backend which is AWS bedrock. Bedrock is the preconfigured ai service provided by AWS. This is the core service used in our application for obvious reasons.</a:t>
            </a:r>
            <a:br>
              <a:rPr lang="en">
                <a:solidFill>
                  <a:schemeClr val="dk1"/>
                </a:solidFill>
              </a:rPr>
            </a:br>
            <a:br>
              <a:rPr lang="en">
                <a:solidFill>
                  <a:schemeClr val="dk1"/>
                </a:solidFill>
              </a:rPr>
            </a:br>
            <a:r>
              <a:rPr lang="en">
                <a:solidFill>
                  <a:schemeClr val="dk1"/>
                </a:solidFill>
              </a:rPr>
              <a:t>Next we have our use of dynamodb which is to store our user data, conversation history and file storing s3 pointers. </a:t>
            </a:r>
            <a:br>
              <a:rPr lang="en">
                <a:solidFill>
                  <a:schemeClr val="dk1"/>
                </a:solidFill>
              </a:rPr>
            </a:br>
            <a:br>
              <a:rPr lang="en">
                <a:solidFill>
                  <a:schemeClr val="dk1"/>
                </a:solidFill>
              </a:rPr>
            </a:br>
            <a:r>
              <a:rPr lang="en">
                <a:solidFill>
                  <a:schemeClr val="dk1"/>
                </a:solidFill>
              </a:rPr>
              <a:t>As mentioned just now we’re using s3 for file storage. This file storage includes both the user files but also any ai generated files which you’ll see in the demo later. The backend provides the frontend with presigned upload and download urls for user file usage.</a:t>
            </a:r>
            <a:br>
              <a:rPr lang="en">
                <a:solidFill>
                  <a:schemeClr val="dk1"/>
                </a:solidFill>
              </a:rPr>
            </a:br>
            <a:br>
              <a:rPr lang="en">
                <a:solidFill>
                  <a:schemeClr val="dk1"/>
                </a:solidFill>
              </a:rPr>
            </a:br>
            <a:r>
              <a:rPr lang="en">
                <a:solidFill>
                  <a:schemeClr val="dk1"/>
                </a:solidFill>
              </a:rPr>
              <a:t>Now going into the </a:t>
            </a:r>
            <a:r>
              <a:rPr b="1" lang="en">
                <a:solidFill>
                  <a:schemeClr val="dk1"/>
                </a:solidFill>
              </a:rPr>
              <a:t>frontend</a:t>
            </a:r>
            <a:r>
              <a:rPr lang="en">
                <a:solidFill>
                  <a:schemeClr val="dk1"/>
                </a:solidFill>
              </a:rPr>
              <a:t>, we are using cloudfront via s3 integration to host the website content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Then we’re interacting with the backend via API gateway. The reason for this is for future integration w/ aws cognito for user auth and to be able to route traffic with a preconfigured network load balancer to our eks hosted backend.</a:t>
            </a:r>
            <a:br>
              <a:rPr lang="en">
                <a:solidFill>
                  <a:schemeClr val="dk1"/>
                </a:solidFill>
              </a:rPr>
            </a:br>
            <a:br>
              <a:rPr lang="en">
                <a:solidFill>
                  <a:schemeClr val="dk1"/>
                </a:solidFill>
              </a:rPr>
            </a:br>
            <a:r>
              <a:rPr lang="en">
                <a:solidFill>
                  <a:schemeClr val="dk1"/>
                </a:solidFill>
              </a:rPr>
              <a:t>And as I mentioned before the frontend utilizes presigned s3 urls to provide file access to the end user. </a:t>
            </a:r>
            <a:br>
              <a:rPr lang="en">
                <a:solidFill>
                  <a:schemeClr val="dk1"/>
                </a:solidFill>
              </a:rPr>
            </a:br>
            <a:br>
              <a:rPr lang="en">
                <a:solidFill>
                  <a:schemeClr val="dk1"/>
                </a:solidFill>
              </a:rPr>
            </a:br>
            <a:r>
              <a:rPr lang="en">
                <a:solidFill>
                  <a:schemeClr val="dk1"/>
                </a:solidFill>
              </a:rPr>
              <a:t>Finally is our planned use of aws codebuild and EKS to allow for automated ai testing of generated code not only unit tests but also integration testing via a sandbox docker environment hosted in our EKS cluster. We also have a goal of providing the end user access to this preview test environment post testing until it gets automatically torn down after a set period.</a:t>
            </a:r>
            <a:br>
              <a:rPr lang="en">
                <a:solidFill>
                  <a:schemeClr val="dk1"/>
                </a:solidFill>
              </a:rPr>
            </a:br>
            <a:br>
              <a:rPr lang="en">
                <a:solidFill>
                  <a:schemeClr val="dk1"/>
                </a:solidFill>
              </a:rPr>
            </a:br>
            <a:r>
              <a:rPr lang="en">
                <a:solidFill>
                  <a:schemeClr val="dk1"/>
                </a:solidFill>
              </a:rPr>
              <a: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a16c3c146b_0_1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a16c3c146b_0_1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 3</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Next, going into some of the tools and technologies we used throughout development beyond our aws software stack. </a:t>
            </a:r>
            <a:br>
              <a:rPr lang="en">
                <a:solidFill>
                  <a:schemeClr val="dk1"/>
                </a:solidFill>
              </a:rPr>
            </a:br>
            <a:br>
              <a:rPr lang="en">
                <a:solidFill>
                  <a:schemeClr val="dk1"/>
                </a:solidFill>
              </a:rPr>
            </a:br>
            <a:r>
              <a:rPr lang="en">
                <a:solidFill>
                  <a:schemeClr val="dk1"/>
                </a:solidFill>
              </a:rPr>
              <a:t>Starting off to allow for cost savings and faster development we utilized a Localstack dockerimage to locally host our s3 and dynamodb setup on device to allow for quicker testing and development time without the need to spin up the terrafrom created infrastructure.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On the same note we also used a large amount of docker for building the backend into deployable images for EKS and as mentioned hosting localstack for local development.</a:t>
            </a:r>
            <a:br>
              <a:rPr lang="en">
                <a:solidFill>
                  <a:schemeClr val="dk1"/>
                </a:solidFill>
              </a:rPr>
            </a:br>
            <a:br>
              <a:rPr lang="en">
                <a:solidFill>
                  <a:schemeClr val="dk1"/>
                </a:solidFill>
              </a:rPr>
            </a:br>
            <a:r>
              <a:rPr lang="en">
                <a:solidFill>
                  <a:schemeClr val="dk1"/>
                </a:solidFill>
              </a:rPr>
              <a:t>As well on the same note we use Gradle for automatically building our backend docker images and running our unit testing suite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utilized a large amount of terraform to fully create our AWS setup as infrastructure as code, we managed to include every aws service we’ve used so far as part of the terrafrom script. This includes our eks cluster to our s3 buckets. </a:t>
            </a:r>
            <a:br>
              <a:rPr lang="en">
                <a:solidFill>
                  <a:schemeClr val="dk1"/>
                </a:solidFill>
              </a:rPr>
            </a:br>
            <a:br>
              <a:rPr lang="en">
                <a:solidFill>
                  <a:schemeClr val="dk1"/>
                </a:solidFill>
              </a:rPr>
            </a:br>
            <a:r>
              <a:rPr lang="en">
                <a:solidFill>
                  <a:schemeClr val="dk1"/>
                </a:solidFill>
              </a:rPr>
              <a:t>Finally our team’s IDE of choice was vscode given the wide language and extension support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55ed913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a55ed913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 3</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Finally to see this all in action lets look at this sequence diagram of a user utilizing the default free chat endpoint. Which is utilizing the file features of our platform while directly talking with aws bedrock. </a:t>
            </a:r>
            <a:br>
              <a:rPr lang="en">
                <a:solidFill>
                  <a:schemeClr val="dk1"/>
                </a:solidFill>
              </a:rPr>
            </a:br>
            <a:br>
              <a:rPr lang="en">
                <a:solidFill>
                  <a:schemeClr val="dk1"/>
                </a:solidFill>
              </a:rPr>
            </a:br>
            <a:r>
              <a:rPr lang="en">
                <a:solidFill>
                  <a:schemeClr val="dk1"/>
                </a:solidFill>
              </a:rPr>
              <a:t>So starting off you can see the user send a message and perhaps a file via a presigned upload url</a:t>
            </a:r>
            <a:br>
              <a:rPr lang="en">
                <a:solidFill>
                  <a:schemeClr val="dk1"/>
                </a:solidFill>
              </a:rPr>
            </a:br>
            <a:br>
              <a:rPr lang="en">
                <a:solidFill>
                  <a:schemeClr val="dk1"/>
                </a:solidFill>
              </a:rPr>
            </a:br>
            <a:r>
              <a:rPr lang="en">
                <a:solidFill>
                  <a:schemeClr val="dk1"/>
                </a:solidFill>
              </a:rPr>
              <a:t>Then the frontend calls the chat prompt endpoint on the backend which</a:t>
            </a:r>
            <a:br>
              <a:rPr lang="en">
                <a:solidFill>
                  <a:schemeClr val="dk1"/>
                </a:solidFill>
              </a:rPr>
            </a:br>
            <a:r>
              <a:rPr lang="en">
                <a:solidFill>
                  <a:schemeClr val="dk1"/>
                </a:solidFill>
              </a:rPr>
              <a:t>1. Creates or gets the conversation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2. Next saves the user message in dynamo db</a:t>
            </a:r>
            <a:br>
              <a:rPr lang="en">
                <a:solidFill>
                  <a:schemeClr val="dk1"/>
                </a:solidFill>
              </a:rPr>
            </a:br>
            <a:r>
              <a:rPr lang="en">
                <a:solidFill>
                  <a:schemeClr val="dk1"/>
                </a:solidFill>
              </a:rPr>
              <a:t>3. Then creates presigned download urls for any existing files in the conversation history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4. Proceeds to get all recent messages outside of the files and combines them all into a single prompt</a:t>
            </a:r>
            <a:br>
              <a:rPr lang="en">
                <a:solidFill>
                  <a:schemeClr val="dk1"/>
                </a:solidFill>
              </a:rPr>
            </a:br>
            <a:r>
              <a:rPr lang="en">
                <a:solidFill>
                  <a:schemeClr val="dk1"/>
                </a:solidFill>
              </a:rPr>
              <a:t>5. Finally calls bedrock to get an ai response given the current conversation state and new message</a:t>
            </a:r>
            <a:br>
              <a:rPr lang="en">
                <a:solidFill>
                  <a:schemeClr val="dk1"/>
                </a:solidFill>
              </a:rPr>
            </a:br>
            <a:r>
              <a:rPr lang="en">
                <a:solidFill>
                  <a:schemeClr val="dk1"/>
                </a:solidFill>
              </a:rPr>
              <a:t>6. Then if the AI response contains the appropriate custom json our system detects it stores the file content in s3 with the appropriate file name and extension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7. Finally the backend stores the remaining assistant messages and any s3 file pointers in dynamodb</a:t>
            </a:r>
            <a:br>
              <a:rPr lang="en">
                <a:solidFill>
                  <a:schemeClr val="dk1"/>
                </a:solidFill>
              </a:rPr>
            </a:br>
            <a:br>
              <a:rPr lang="en">
                <a:solidFill>
                  <a:schemeClr val="dk1"/>
                </a:solidFill>
              </a:rPr>
            </a:br>
            <a:r>
              <a:rPr lang="en">
                <a:solidFill>
                  <a:schemeClr val="dk1"/>
                </a:solidFill>
              </a:rPr>
              <a:t>8. The backend then sends the whole conversation back to the frontend and that is displayed on the user’s device</a:t>
            </a:r>
            <a:br>
              <a:rPr lang="en">
                <a:solidFill>
                  <a:schemeClr val="dk1"/>
                </a:solidFill>
              </a:rPr>
            </a:br>
            <a:br>
              <a:rPr lang="en">
                <a:solidFill>
                  <a:schemeClr val="dk1"/>
                </a:solidFill>
              </a:rPr>
            </a:br>
            <a:r>
              <a:rPr lang="en">
                <a:solidFill>
                  <a:schemeClr val="dk1"/>
                </a:solidFill>
              </a:rPr>
              <a:t>This gets decently more complicated when utilizing our template system but this is the basic workflow for freechat. I won’t be going into the sequence complexity of the template system.</a:t>
            </a:r>
            <a:br>
              <a:rPr lang="en">
                <a:solidFill>
                  <a:schemeClr val="dk1"/>
                </a:solidFill>
              </a:rPr>
            </a:br>
            <a:br>
              <a:rPr lang="en">
                <a:solidFill>
                  <a:schemeClr val="dk1"/>
                </a:solidFill>
              </a:rPr>
            </a:br>
            <a:r>
              <a:rPr lang="en">
                <a:solidFill>
                  <a:schemeClr val="dk1"/>
                </a:solidFill>
              </a:rPr>
              <a:t>I’ll pass this off to Liang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a16c3c146b_0_1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a16c3c146b_0_1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 4 - L</a:t>
            </a:r>
            <a:r>
              <a:rPr lang="en"/>
              <a:t>iang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(DynamoDB Schema design)</a:t>
            </a:r>
            <a:endParaRPr/>
          </a:p>
          <a:p>
            <a:pPr indent="0" lvl="0" marL="0" rtl="0" algn="l">
              <a:spcBef>
                <a:spcPts val="0"/>
              </a:spcBef>
              <a:spcAft>
                <a:spcPts val="0"/>
              </a:spcAft>
              <a:buNone/>
            </a:pPr>
            <a:r>
              <a:rPr lang="en"/>
              <a:t>One of the earliest and most persistent challenges was our DynamoDB design. </a:t>
            </a:r>
            <a:endParaRPr/>
          </a:p>
          <a:p>
            <a:pPr indent="0" lvl="0" marL="0" rtl="0" algn="l">
              <a:spcBef>
                <a:spcPts val="0"/>
              </a:spcBef>
              <a:spcAft>
                <a:spcPts val="0"/>
              </a:spcAft>
              <a:buNone/>
            </a:pPr>
            <a:r>
              <a:rPr lang="en"/>
              <a:t>Since DynamoDB is a NoSQL database, it forced us to rethink how we structure relationships, meta data, access pattern. Getting the PK/SK model right required many iteration to ensure scalability and low cost.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(AWS Infrastructure, Terraform Setup, AWS Credit usage) </a:t>
            </a:r>
            <a:endParaRPr/>
          </a:p>
          <a:p>
            <a:pPr indent="0" lvl="0" marL="0" rtl="0" algn="l">
              <a:spcBef>
                <a:spcPts val="0"/>
              </a:spcBef>
              <a:spcAft>
                <a:spcPts val="0"/>
              </a:spcAft>
              <a:buNone/>
            </a:pPr>
            <a:r>
              <a:rPr lang="en"/>
              <a:t>Next is our AWS infrastructure itself. At first we were working with multiple AWS services, Lambda, StepFunctions, EKS, S3, and more. Especially with Step Functions and Lambda running together. On top of that, having everything deployed directly and running 24/7 on AWS was draining our credits. That’s why we introduced Terraform as a way to control and rebuild our infrastructure more efficiently. But it also became its own challenge, because we had to set </a:t>
            </a:r>
            <a:r>
              <a:rPr lang="en"/>
              <a:t>everything up from scratch — VPCs, subnets, EKS, EC2, and all the other pieces</a:t>
            </a:r>
            <a:br>
              <a:rPr lang="en"/>
            </a:br>
            <a:br>
              <a:rPr lang="en"/>
            </a:br>
            <a:r>
              <a:rPr lang="en"/>
              <a:t>(AWS AI templates, Routing organization)</a:t>
            </a:r>
            <a:br>
              <a:rPr lang="en"/>
            </a:br>
            <a:r>
              <a:rPr lang="en"/>
              <a:t>We also faced challenges with both our AI templates and our routing setup. Each conversion task needed a different prompt structure, so we had to build a modular template executor while still keeping everything consistent and easy to maintain. Routing was another challenge because we don’t have Cognito(authentication feature) fully implemented yet. By hosting our frontend on CloudFront, our backend ends up being exposed publicly, so for now we rely on API Gateway as the layer between the frontend and backend.</a:t>
            </a:r>
            <a:endParaRPr/>
          </a:p>
          <a:p>
            <a:pPr indent="0" lvl="0" marL="0" rtl="0" algn="l">
              <a:spcBef>
                <a:spcPts val="0"/>
              </a:spcBef>
              <a:spcAft>
                <a:spcPts val="0"/>
              </a:spcAft>
              <a:buNone/>
            </a:pPr>
            <a:br>
              <a:rPr lang="en"/>
            </a:br>
            <a:r>
              <a:rPr lang="en"/>
              <a:t>(AWS Lacking Support)</a:t>
            </a:r>
            <a:endParaRPr/>
          </a:p>
          <a:p>
            <a:pPr indent="0" lvl="0" marL="0" rtl="0" algn="l">
              <a:spcBef>
                <a:spcPts val="0"/>
              </a:spcBef>
              <a:spcAft>
                <a:spcPts val="0"/>
              </a:spcAft>
              <a:buNone/>
            </a:pPr>
            <a:r>
              <a:rPr lang="en"/>
              <a:t>Another difficulty was dealing with AWS support limitations. In our case, this mainly showed up when we tried to use Step Functions to pull an image from ECR and trigger a job on EKS. There was almost no solid documentation on how to do this, and the examples we did find used different versions of JSON formats that didn’t match what AWS currently supports. Because of that, a lot of tutorials were incompatible, which slowed us down and forced us to troubleshoot through trial and error</a:t>
            </a:r>
            <a:br>
              <a:rPr lang="en"/>
            </a:br>
            <a:br>
              <a:rPr lang="en"/>
            </a:br>
            <a:r>
              <a:rPr lang="en"/>
              <a:t>(Consistent Testing Coverage)</a:t>
            </a:r>
            <a:br>
              <a:rPr lang="en"/>
            </a:br>
            <a:r>
              <a:rPr lang="en">
                <a:solidFill>
                  <a:schemeClr val="dk1"/>
                </a:solidFill>
              </a:rPr>
              <a:t>We also struggled with maintaining consistent testing coverage. A lot of our exception handling wasn’t fully tested, and on the frontend we ran into issues with element IDs and having too much logic packed into a single file, which made writing reliable tests more difficult. Planning to break it into components next semester.</a:t>
            </a:r>
            <a:br>
              <a:rPr lang="en">
                <a:solidFill>
                  <a:schemeClr val="dk1"/>
                </a:solidFill>
              </a:rPr>
            </a:br>
            <a:br>
              <a:rPr lang="en">
                <a:solidFill>
                  <a:schemeClr val="dk1"/>
                </a:solidFill>
              </a:rPr>
            </a:br>
            <a:r>
              <a:rPr lang="en">
                <a:solidFill>
                  <a:schemeClr val="dk1"/>
                </a:solidFill>
              </a:rPr>
              <a:t>(Trello to Jira)</a:t>
            </a:r>
            <a:br>
              <a:rPr lang="en">
                <a:solidFill>
                  <a:schemeClr val="dk1"/>
                </a:solidFill>
              </a:rPr>
            </a:br>
            <a:r>
              <a:rPr lang="en">
                <a:solidFill>
                  <a:schemeClr val="dk1"/>
                </a:solidFill>
              </a:rPr>
              <a:t>We also experimented with using Trello, but the time-tracking features didn’t work well for our workflow. Because of that, we eventually switched to Jira, which gave us better tracking and organization for our tasks.</a:t>
            </a:r>
            <a:br>
              <a:rPr lang="en">
                <a:solidFill>
                  <a:schemeClr val="dk1"/>
                </a:solidFill>
              </a:rPr>
            </a:br>
            <a:br>
              <a:rPr lang="en"/>
            </a:br>
            <a:r>
              <a:rPr lang="en"/>
              <a:t>(Large file context limitation)</a:t>
            </a:r>
            <a:br>
              <a:rPr lang="en"/>
            </a:br>
            <a:r>
              <a:rPr lang="en"/>
              <a:t>The biggest technical limitation is the large file context constraint, which depends on the model we use. Some LLMs can handle big files well, others cannot, so we have to be mindful of the model’s token limits when processing large codebases.</a:t>
            </a:r>
            <a:br>
              <a:rPr lang="en"/>
            </a:br>
            <a:br>
              <a:rPr lang="en"/>
            </a:br>
            <a:r>
              <a:rPr lang="en"/>
              <a:t>(AWS Credit Usage)</a:t>
            </a:r>
            <a:br>
              <a:rPr lang="en"/>
            </a:br>
            <a:r>
              <a:rPr lang="en"/>
              <a:t>As stated before another issue is the AWS credit usage. Because we rely on many AI and AWS services, costs add up quickly, so we’ve had to limit how much we run in the cloud. To manage this, we now test most components locally using LocalStack, which helps us avoid unnecessary charges while still being able to simulate AWS services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 user Authentication)</a:t>
            </a:r>
            <a:br>
              <a:rPr lang="en"/>
            </a:br>
            <a:r>
              <a:rPr lang="en"/>
              <a:t>Our main priority was getting the AI functionality working first, so authentication wasn’t the immediate focus. Now that the core AI features are stable, implementing secure auth will be one of our next major steps</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16c3c146b_0_1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a16c3c146b_0_1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As the last presenter, I want to wrap everything together by talking about what this project has actually produced. not just the challenges we faced, but the tangible system we now have and where it’s headed.</a:t>
            </a:r>
            <a:endParaRPr/>
          </a:p>
          <a:p>
            <a:pPr indent="0" lvl="0" marL="0" rtl="0" algn="l">
              <a:lnSpc>
                <a:spcPct val="115000"/>
              </a:lnSpc>
              <a:spcBef>
                <a:spcPts val="1200"/>
              </a:spcBef>
              <a:spcAft>
                <a:spcPts val="0"/>
              </a:spcAft>
              <a:buClr>
                <a:schemeClr val="dk1"/>
              </a:buClr>
              <a:buSzPts val="1100"/>
              <a:buFont typeface="Arial"/>
              <a:buNone/>
            </a:pPr>
            <a:r>
              <a:rPr lang="en"/>
              <a:t>When we started, the idea of an AI code converter sounded simple: give it some source code, pick a target language, and let the model handle the rest. But what we realized very quickly is that converting code reliably isn’t a prompt problem — it’s a systems problem. It requires storage, context management, execution, testing, and a controlled environment where the AI can reason about entire files, not just isolated snippets.</a:t>
            </a:r>
            <a:endParaRPr/>
          </a:p>
          <a:p>
            <a:pPr indent="0" lvl="0" marL="0" rtl="0" algn="l">
              <a:lnSpc>
                <a:spcPct val="115000"/>
              </a:lnSpc>
              <a:spcBef>
                <a:spcPts val="1200"/>
              </a:spcBef>
              <a:spcAft>
                <a:spcPts val="0"/>
              </a:spcAft>
              <a:buClr>
                <a:schemeClr val="dk1"/>
              </a:buClr>
              <a:buSzPts val="1100"/>
              <a:buFont typeface="Arial"/>
              <a:buNone/>
            </a:pPr>
            <a:r>
              <a:rPr lang="en"/>
              <a:t>Over the last few months, we turned that into a working endtoend platform. We built a full chat system </a:t>
            </a:r>
            <a:r>
              <a:rPr lang="en"/>
              <a:t>infrastructure</a:t>
            </a:r>
            <a:r>
              <a:rPr lang="en"/>
              <a:t> by AWS, where the AI can hold stateful conversations, remember previous messages, and guide the user through structured templates. We didn’t just let users ask the model questions — we created a reusable template engine so different workflows, different source languages, and different output formats can all be driven by the same logic.</a:t>
            </a:r>
            <a:endParaRPr/>
          </a:p>
          <a:p>
            <a:pPr indent="0" lvl="0" marL="0" rtl="0" algn="l">
              <a:lnSpc>
                <a:spcPct val="115000"/>
              </a:lnSpc>
              <a:spcBef>
                <a:spcPts val="1200"/>
              </a:spcBef>
              <a:spcAft>
                <a:spcPts val="0"/>
              </a:spcAft>
              <a:buClr>
                <a:schemeClr val="dk1"/>
              </a:buClr>
              <a:buSzPts val="1100"/>
              <a:buFont typeface="Arial"/>
              <a:buNone/>
            </a:pPr>
            <a:r>
              <a:rPr lang="en"/>
              <a:t>From there, we integrated file uploads to S3 buckets using presigned URLs, so users can provide real codebases without size limits or blowing through memory on the frontend. Conversations and message histories are persisted in DynamoDB, so the system has continuity, and any future user authentication layer can plug directly into it.</a:t>
            </a:r>
            <a:endParaRPr/>
          </a:p>
          <a:p>
            <a:pPr indent="0" lvl="0" marL="0" rtl="0" algn="l">
              <a:lnSpc>
                <a:spcPct val="115000"/>
              </a:lnSpc>
              <a:spcBef>
                <a:spcPts val="1200"/>
              </a:spcBef>
              <a:spcAft>
                <a:spcPts val="0"/>
              </a:spcAft>
              <a:buClr>
                <a:schemeClr val="dk1"/>
              </a:buClr>
              <a:buSzPts val="1100"/>
              <a:buFont typeface="Arial"/>
              <a:buNone/>
            </a:pPr>
            <a:r>
              <a:rPr lang="en"/>
              <a:t>If you look at our architecture diagram, this is where it all comes together. The frontend is lightweight — React just controls user interaction and hands everything off to API Gateway. The backend then becomes the control plane. It orchestrates AI generation, handles template execution, stores metadata, and manages files. That’s where the intelligence lives — not in the UI, but in the workflow engine we created.</a:t>
            </a:r>
            <a:endParaRPr/>
          </a:p>
          <a:p>
            <a:pPr indent="0" lvl="0" marL="0" rtl="0" algn="l">
              <a:lnSpc>
                <a:spcPct val="115000"/>
              </a:lnSpc>
              <a:spcBef>
                <a:spcPts val="1200"/>
              </a:spcBef>
              <a:spcAft>
                <a:spcPts val="0"/>
              </a:spcAft>
              <a:buClr>
                <a:schemeClr val="dk1"/>
              </a:buClr>
              <a:buSzPts val="1100"/>
              <a:buFont typeface="Arial"/>
              <a:buNone/>
            </a:pPr>
            <a:r>
              <a:rPr lang="en"/>
              <a:t>So where do we go from here?</a:t>
            </a:r>
            <a:endParaRPr/>
          </a:p>
          <a:p>
            <a:pPr indent="0" lvl="0" marL="0" rtl="0" algn="l">
              <a:lnSpc>
                <a:spcPct val="115000"/>
              </a:lnSpc>
              <a:spcBef>
                <a:spcPts val="1200"/>
              </a:spcBef>
              <a:spcAft>
                <a:spcPts val="0"/>
              </a:spcAft>
              <a:buClr>
                <a:schemeClr val="dk1"/>
              </a:buClr>
              <a:buSzPts val="1100"/>
              <a:buFont typeface="Arial"/>
              <a:buNone/>
            </a:pPr>
            <a:r>
              <a:rPr lang="en"/>
              <a:t>The biggest next step is full automation. Right now, the AI produces conversion plans and generates source files, but execution still stops at generation. Our longterm goal is a pipeline where a legacy project goes in, and a runnable, tested, modern codebase comes out.</a:t>
            </a:r>
            <a:endParaRPr/>
          </a:p>
          <a:p>
            <a:pPr indent="0" lvl="0" marL="0" rtl="0" algn="l">
              <a:lnSpc>
                <a:spcPct val="115000"/>
              </a:lnSpc>
              <a:spcBef>
                <a:spcPts val="1200"/>
              </a:spcBef>
              <a:spcAft>
                <a:spcPts val="0"/>
              </a:spcAft>
              <a:buClr>
                <a:schemeClr val="dk1"/>
              </a:buClr>
              <a:buSzPts val="1100"/>
              <a:buFont typeface="Arial"/>
              <a:buNone/>
            </a:pPr>
            <a:r>
              <a:rPr lang="en"/>
              <a:t>We want The moment files hit S3, to have the opportunity to go beyond conversation. Our architecture is tee’d up to  support triggering a CI/CD pipeline, which means the converted code can eventually be compiled, scanned, tested, and even deployed inside a sandboxed environment on EKS. That’s a major distinction: lots of tools can generate code  almost none validate that it actually works. Our system will be designed to close that loop.</a:t>
            </a:r>
            <a:endParaRPr/>
          </a:p>
          <a:p>
            <a:pPr indent="0" lvl="0" marL="0" rtl="0" algn="l">
              <a:lnSpc>
                <a:spcPct val="115000"/>
              </a:lnSpc>
              <a:spcBef>
                <a:spcPts val="1200"/>
              </a:spcBef>
              <a:spcAft>
                <a:spcPts val="0"/>
              </a:spcAft>
              <a:buClr>
                <a:schemeClr val="dk1"/>
              </a:buClr>
              <a:buSzPts val="1100"/>
              <a:buFont typeface="Arial"/>
              <a:buNone/>
            </a:pPr>
            <a:r>
              <a:rPr lang="en"/>
              <a:t> </a:t>
            </a:r>
            <a:endParaRPr/>
          </a:p>
          <a:p>
            <a:pPr indent="0" lvl="0" marL="0" rtl="0" algn="l">
              <a:lnSpc>
                <a:spcPct val="115000"/>
              </a:lnSpc>
              <a:spcBef>
                <a:spcPts val="1200"/>
              </a:spcBef>
              <a:spcAft>
                <a:spcPts val="0"/>
              </a:spcAft>
              <a:buClr>
                <a:schemeClr val="dk1"/>
              </a:buClr>
              <a:buSzPts val="1100"/>
              <a:buFont typeface="Arial"/>
              <a:buNone/>
            </a:pPr>
            <a:r>
              <a:rPr lang="en"/>
              <a:t>To get there, we need two major enhancements:</a:t>
            </a:r>
            <a:endParaRPr/>
          </a:p>
          <a:p>
            <a:pPr indent="0" lvl="0" marL="0" rtl="0" algn="l">
              <a:lnSpc>
                <a:spcPct val="115000"/>
              </a:lnSpc>
              <a:spcBef>
                <a:spcPts val="1200"/>
              </a:spcBef>
              <a:spcAft>
                <a:spcPts val="0"/>
              </a:spcAft>
              <a:buClr>
                <a:schemeClr val="dk1"/>
              </a:buClr>
              <a:buSzPts val="1100"/>
              <a:buFont typeface="Arial"/>
              <a:buNone/>
            </a:pPr>
            <a:r>
              <a:rPr lang="en"/>
              <a:t>First, parsing.</a:t>
            </a:r>
            <a:br>
              <a:rPr lang="en"/>
            </a:br>
            <a:r>
              <a:rPr lang="en"/>
              <a:t> Right now, we rely on models to infer structure from raw text. Adding a parser like TreeSitter lets us understand code semantically not just linebyline. That opens the door for dependency extraction, refactoring across files, and more deterministic conversions instead of purely generative ones.</a:t>
            </a:r>
            <a:endParaRPr/>
          </a:p>
          <a:p>
            <a:pPr indent="0" lvl="0" marL="0" rtl="0" algn="l">
              <a:lnSpc>
                <a:spcPct val="115000"/>
              </a:lnSpc>
              <a:spcBef>
                <a:spcPts val="1200"/>
              </a:spcBef>
              <a:spcAft>
                <a:spcPts val="0"/>
              </a:spcAft>
              <a:buClr>
                <a:schemeClr val="dk1"/>
              </a:buClr>
              <a:buSzPts val="1100"/>
              <a:buFont typeface="Arial"/>
              <a:buNone/>
            </a:pPr>
            <a:r>
              <a:rPr lang="en"/>
              <a:t>Second, richer templates.</a:t>
            </a:r>
            <a:br>
              <a:rPr lang="en"/>
            </a:br>
            <a:r>
              <a:rPr lang="en"/>
              <a:t> Templates are the DNA of this system. They define how the AI thinks about the task. Adding domainspecific templates think aerospace libraries, embedded firmware patterns, cloud infrastructure scaffolding is how Lockheed could turn this from a general tool into an internal capability, tailored to their tech stack.</a:t>
            </a:r>
            <a:endParaRPr/>
          </a:p>
          <a:p>
            <a:pPr indent="0" lvl="0" marL="0" rtl="0" algn="l">
              <a:lnSpc>
                <a:spcPct val="115000"/>
              </a:lnSpc>
              <a:spcBef>
                <a:spcPts val="1200"/>
              </a:spcBef>
              <a:spcAft>
                <a:spcPts val="0"/>
              </a:spcAft>
              <a:buClr>
                <a:schemeClr val="dk1"/>
              </a:buClr>
              <a:buSzPts val="1100"/>
              <a:buFont typeface="Arial"/>
              <a:buNone/>
            </a:pPr>
            <a:r>
              <a:rPr lang="en"/>
              <a:t>There are other roadmap items  automated builds, Git integration, repobased ingestion but they all support the same end goal: turning AIassisted conversion from a clever demo into a repeatable pipeline.</a:t>
            </a:r>
            <a:endParaRPr/>
          </a:p>
          <a:p>
            <a:pPr indent="0" lvl="0" marL="0" rtl="0" algn="l">
              <a:lnSpc>
                <a:spcPct val="115000"/>
              </a:lnSpc>
              <a:spcBef>
                <a:spcPts val="1200"/>
              </a:spcBef>
              <a:spcAft>
                <a:spcPts val="0"/>
              </a:spcAft>
              <a:buClr>
                <a:schemeClr val="dk1"/>
              </a:buClr>
              <a:buSzPts val="1100"/>
              <a:buFont typeface="Arial"/>
              <a:buNone/>
            </a:pPr>
            <a:r>
              <a:rPr lang="en"/>
              <a:t>To summarize: we now have a functioning architecture, a persistent conversation system, a template engine, file handling, cloud deployment, and a clear path forward. What started as “convert this code for me” is evolving into a platform that can modernize entire systems, not just rewrite syntax.</a:t>
            </a:r>
            <a:endParaRPr/>
          </a:p>
          <a:p>
            <a:pPr indent="0" lvl="0" marL="0" rtl="0" algn="l">
              <a:lnSpc>
                <a:spcPct val="115000"/>
              </a:lnSpc>
              <a:spcBef>
                <a:spcPts val="1200"/>
              </a:spcBef>
              <a:spcAft>
                <a:spcPts val="1200"/>
              </a:spcAft>
              <a:buNone/>
            </a:pPr>
            <a:r>
              <a:rPr lang="en"/>
              <a:t>And the most exciting part is that the foundation is already in place. From here, it’s not about whether this can scale  it’s about how far we want to take it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974289fd18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3974289fd18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As the last presenter, I want to wrap everything together by talking about what this project has actually produced. not just the challenges we faced, but the tangible system we now have and where it’s headed.</a:t>
            </a:r>
            <a:endParaRPr/>
          </a:p>
          <a:p>
            <a:pPr indent="0" lvl="0" marL="0" rtl="0" algn="l">
              <a:lnSpc>
                <a:spcPct val="115000"/>
              </a:lnSpc>
              <a:spcBef>
                <a:spcPts val="1200"/>
              </a:spcBef>
              <a:spcAft>
                <a:spcPts val="0"/>
              </a:spcAft>
              <a:buClr>
                <a:schemeClr val="dk1"/>
              </a:buClr>
              <a:buSzPts val="1100"/>
              <a:buFont typeface="Arial"/>
              <a:buNone/>
            </a:pPr>
            <a:r>
              <a:rPr lang="en"/>
              <a:t>When we started, the idea of an AI code converter sounded simple: give it some source code, pick a target language, and let the model handle the rest. But what we realized very quickly is that converting code reliably isn’t a prompt problem — it’s a systems problem. It requires storage, context management, execution, testing, and a controlled environment where the AI can reason about entire files, not just isolated snippets.</a:t>
            </a:r>
            <a:endParaRPr/>
          </a:p>
          <a:p>
            <a:pPr indent="0" lvl="0" marL="0" rtl="0" algn="l">
              <a:lnSpc>
                <a:spcPct val="115000"/>
              </a:lnSpc>
              <a:spcBef>
                <a:spcPts val="1200"/>
              </a:spcBef>
              <a:spcAft>
                <a:spcPts val="0"/>
              </a:spcAft>
              <a:buClr>
                <a:schemeClr val="dk1"/>
              </a:buClr>
              <a:buSzPts val="1100"/>
              <a:buFont typeface="Arial"/>
              <a:buNone/>
            </a:pPr>
            <a:r>
              <a:rPr lang="en"/>
              <a:t>Over the last few months, we turned that into a working endtoend platform. We built a full chat system </a:t>
            </a:r>
            <a:r>
              <a:rPr lang="en"/>
              <a:t>infrastructure</a:t>
            </a:r>
            <a:r>
              <a:rPr lang="en"/>
              <a:t> by AWS, where the AI can hold stateful conversations, remember previous messages, and guide the user through structured templates. We didn’t just let users ask the model questions — we created a reusable template engine so different workflows, different source languages, and different output formats can all be driven by the same logic.</a:t>
            </a:r>
            <a:endParaRPr/>
          </a:p>
          <a:p>
            <a:pPr indent="0" lvl="0" marL="0" rtl="0" algn="l">
              <a:lnSpc>
                <a:spcPct val="115000"/>
              </a:lnSpc>
              <a:spcBef>
                <a:spcPts val="1200"/>
              </a:spcBef>
              <a:spcAft>
                <a:spcPts val="0"/>
              </a:spcAft>
              <a:buClr>
                <a:schemeClr val="dk1"/>
              </a:buClr>
              <a:buSzPts val="1100"/>
              <a:buFont typeface="Arial"/>
              <a:buNone/>
            </a:pPr>
            <a:r>
              <a:rPr lang="en"/>
              <a:t>From there, we integrated file uploads to S3 buckets using presigned URLs, so users can provide real codebases without size limits or blowing through memory on the frontend. Conversations and message histories are persisted in DynamoDB, so the system has continuity, and any future user authentication layer can plug directly into it.</a:t>
            </a:r>
            <a:endParaRPr/>
          </a:p>
          <a:p>
            <a:pPr indent="0" lvl="0" marL="0" rtl="0" algn="l">
              <a:lnSpc>
                <a:spcPct val="115000"/>
              </a:lnSpc>
              <a:spcBef>
                <a:spcPts val="1200"/>
              </a:spcBef>
              <a:spcAft>
                <a:spcPts val="0"/>
              </a:spcAft>
              <a:buClr>
                <a:schemeClr val="dk1"/>
              </a:buClr>
              <a:buSzPts val="1100"/>
              <a:buFont typeface="Arial"/>
              <a:buNone/>
            </a:pPr>
            <a:r>
              <a:rPr lang="en"/>
              <a:t>If you look at our architecture diagram, this is where it all comes together. The frontend is lightweight — React just controls user interaction and hands everything off to API Gateway. The backend then becomes the control plane. It orchestrates AI generation, handles template execution, stores metadata, and manages files. That’s where the intelligence lives — not in the UI, but in the workflow engine we created.</a:t>
            </a:r>
            <a:endParaRPr/>
          </a:p>
          <a:p>
            <a:pPr indent="0" lvl="0" marL="0" rtl="0" algn="l">
              <a:lnSpc>
                <a:spcPct val="115000"/>
              </a:lnSpc>
              <a:spcBef>
                <a:spcPts val="1200"/>
              </a:spcBef>
              <a:spcAft>
                <a:spcPts val="0"/>
              </a:spcAft>
              <a:buClr>
                <a:schemeClr val="dk1"/>
              </a:buClr>
              <a:buSzPts val="1100"/>
              <a:buFont typeface="Arial"/>
              <a:buNone/>
            </a:pPr>
            <a:r>
              <a:rPr lang="en"/>
              <a:t>So where do we go from here?</a:t>
            </a:r>
            <a:endParaRPr/>
          </a:p>
          <a:p>
            <a:pPr indent="0" lvl="0" marL="0" rtl="0" algn="l">
              <a:lnSpc>
                <a:spcPct val="115000"/>
              </a:lnSpc>
              <a:spcBef>
                <a:spcPts val="1200"/>
              </a:spcBef>
              <a:spcAft>
                <a:spcPts val="0"/>
              </a:spcAft>
              <a:buClr>
                <a:schemeClr val="dk1"/>
              </a:buClr>
              <a:buSzPts val="1100"/>
              <a:buFont typeface="Arial"/>
              <a:buNone/>
            </a:pPr>
            <a:r>
              <a:rPr lang="en"/>
              <a:t>The biggest next step is full automation. Right now, the AI produces conversion plans and generates source files, but execution still stops at generation. Our longterm goal is a pipeline where a legacy project goes in, and a runnable, tested, modern codebase comes out.</a:t>
            </a:r>
            <a:endParaRPr/>
          </a:p>
          <a:p>
            <a:pPr indent="0" lvl="0" marL="0" rtl="0" algn="l">
              <a:lnSpc>
                <a:spcPct val="115000"/>
              </a:lnSpc>
              <a:spcBef>
                <a:spcPts val="1200"/>
              </a:spcBef>
              <a:spcAft>
                <a:spcPts val="0"/>
              </a:spcAft>
              <a:buClr>
                <a:schemeClr val="dk1"/>
              </a:buClr>
              <a:buSzPts val="1100"/>
              <a:buFont typeface="Arial"/>
              <a:buNone/>
            </a:pPr>
            <a:r>
              <a:rPr lang="en"/>
              <a:t>We want The moment files hit S3, to have the opportunity to go beyond conversation. Our architecture is tee’d up to  support triggering a CI/CD pipeline, which means the converted code can eventually be compiled, scanned, tested, and even deployed inside a sandboxed environment on EKS. That’s a major distinction: lots of tools can generate code  almost none validate that it actually works. Our system will be designed to close that loop.</a:t>
            </a:r>
            <a:endParaRPr/>
          </a:p>
          <a:p>
            <a:pPr indent="0" lvl="0" marL="0" rtl="0" algn="l">
              <a:lnSpc>
                <a:spcPct val="115000"/>
              </a:lnSpc>
              <a:spcBef>
                <a:spcPts val="1200"/>
              </a:spcBef>
              <a:spcAft>
                <a:spcPts val="0"/>
              </a:spcAft>
              <a:buClr>
                <a:schemeClr val="dk1"/>
              </a:buClr>
              <a:buSzPts val="1100"/>
              <a:buFont typeface="Arial"/>
              <a:buNone/>
            </a:pPr>
            <a:r>
              <a:rPr lang="en"/>
              <a:t> </a:t>
            </a:r>
            <a:endParaRPr/>
          </a:p>
          <a:p>
            <a:pPr indent="0" lvl="0" marL="0" rtl="0" algn="l">
              <a:lnSpc>
                <a:spcPct val="115000"/>
              </a:lnSpc>
              <a:spcBef>
                <a:spcPts val="1200"/>
              </a:spcBef>
              <a:spcAft>
                <a:spcPts val="0"/>
              </a:spcAft>
              <a:buClr>
                <a:schemeClr val="dk1"/>
              </a:buClr>
              <a:buSzPts val="1100"/>
              <a:buFont typeface="Arial"/>
              <a:buNone/>
            </a:pPr>
            <a:r>
              <a:rPr lang="en"/>
              <a:t>To get there, we need two major enhancements:</a:t>
            </a:r>
            <a:endParaRPr/>
          </a:p>
          <a:p>
            <a:pPr indent="0" lvl="0" marL="0" rtl="0" algn="l">
              <a:lnSpc>
                <a:spcPct val="115000"/>
              </a:lnSpc>
              <a:spcBef>
                <a:spcPts val="1200"/>
              </a:spcBef>
              <a:spcAft>
                <a:spcPts val="0"/>
              </a:spcAft>
              <a:buClr>
                <a:schemeClr val="dk1"/>
              </a:buClr>
              <a:buSzPts val="1100"/>
              <a:buFont typeface="Arial"/>
              <a:buNone/>
            </a:pPr>
            <a:r>
              <a:rPr lang="en"/>
              <a:t>First, parsing.</a:t>
            </a:r>
            <a:br>
              <a:rPr lang="en"/>
            </a:br>
            <a:r>
              <a:rPr lang="en"/>
              <a:t> Right now, we rely on models to infer structure from raw text. Adding a parser like TreeSitter lets us understand code semantically not just linebyline. That opens the door for dependency extraction, refactoring across files, and more deterministic conversions instead of purely generative ones.</a:t>
            </a:r>
            <a:endParaRPr/>
          </a:p>
          <a:p>
            <a:pPr indent="0" lvl="0" marL="0" rtl="0" algn="l">
              <a:lnSpc>
                <a:spcPct val="115000"/>
              </a:lnSpc>
              <a:spcBef>
                <a:spcPts val="1200"/>
              </a:spcBef>
              <a:spcAft>
                <a:spcPts val="0"/>
              </a:spcAft>
              <a:buClr>
                <a:schemeClr val="dk1"/>
              </a:buClr>
              <a:buSzPts val="1100"/>
              <a:buFont typeface="Arial"/>
              <a:buNone/>
            </a:pPr>
            <a:r>
              <a:rPr lang="en"/>
              <a:t>Second, richer templates.</a:t>
            </a:r>
            <a:br>
              <a:rPr lang="en"/>
            </a:br>
            <a:r>
              <a:rPr lang="en"/>
              <a:t> Templates are the DNA of this system. They define how the AI thinks about the task. Adding domainspecific templates think aerospace libraries, embedded firmware patterns, cloud infrastructure scaffolding is how Lockheed could turn this from a general tool into an internal capability, tailored to their tech stack.</a:t>
            </a:r>
            <a:endParaRPr/>
          </a:p>
          <a:p>
            <a:pPr indent="0" lvl="0" marL="0" rtl="0" algn="l">
              <a:lnSpc>
                <a:spcPct val="115000"/>
              </a:lnSpc>
              <a:spcBef>
                <a:spcPts val="1200"/>
              </a:spcBef>
              <a:spcAft>
                <a:spcPts val="0"/>
              </a:spcAft>
              <a:buClr>
                <a:schemeClr val="dk1"/>
              </a:buClr>
              <a:buSzPts val="1100"/>
              <a:buFont typeface="Arial"/>
              <a:buNone/>
            </a:pPr>
            <a:r>
              <a:rPr lang="en"/>
              <a:t>There are other roadmap items  automated builds, Git integration, repobased ingestion but they all support the same end goal: turning AIassisted conversion from a clever demo into a repeatable pipeline.</a:t>
            </a:r>
            <a:endParaRPr/>
          </a:p>
          <a:p>
            <a:pPr indent="0" lvl="0" marL="0" rtl="0" algn="l">
              <a:lnSpc>
                <a:spcPct val="115000"/>
              </a:lnSpc>
              <a:spcBef>
                <a:spcPts val="1200"/>
              </a:spcBef>
              <a:spcAft>
                <a:spcPts val="0"/>
              </a:spcAft>
              <a:buClr>
                <a:schemeClr val="dk1"/>
              </a:buClr>
              <a:buSzPts val="1100"/>
              <a:buFont typeface="Arial"/>
              <a:buNone/>
            </a:pPr>
            <a:r>
              <a:rPr lang="en"/>
              <a:t>To summarize: we now have a functioning architecture, a persistent conversation system, a template engine, file handling, cloud deployment, and a clear path forward. What started as “convert this code for me” is evolving into a platform that can modernize entire systems, not just rewrite syntax.</a:t>
            </a:r>
            <a:endParaRPr/>
          </a:p>
          <a:p>
            <a:pPr indent="0" lvl="0" marL="0" rtl="0" algn="l">
              <a:lnSpc>
                <a:spcPct val="115000"/>
              </a:lnSpc>
              <a:spcBef>
                <a:spcPts val="1200"/>
              </a:spcBef>
              <a:spcAft>
                <a:spcPts val="1200"/>
              </a:spcAft>
              <a:buNone/>
            </a:pPr>
            <a:r>
              <a:rPr lang="en"/>
              <a:t>And the most exciting part is that the foundation is already in place. From here, it’s not about whether this can scale  it’s about how far we want to take it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a16c3c146b_0_1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3a16c3c146b_0_1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 4 - Liang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a16c3c146b_0_1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a16c3c146b_0_1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 5</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dec6fba69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dec6fba69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 5</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10" name="Google Shape;10;p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txBox="1"/>
          <p:nvPr>
            <p:ph type="ctrTitle"/>
          </p:nvPr>
        </p:nvSpPr>
        <p:spPr>
          <a:xfrm>
            <a:off x="1625850" y="1317528"/>
            <a:ext cx="5892300" cy="2358300"/>
          </a:xfrm>
          <a:prstGeom prst="rect">
            <a:avLst/>
          </a:prstGeom>
          <a:noFill/>
        </p:spPr>
        <p:txBody>
          <a:bodyPr anchorCtr="0" anchor="ctr" bIns="91425" lIns="91425" spcFirstLastPara="1" rIns="91425" wrap="square" tIns="91425">
            <a:noAutofit/>
          </a:bodyPr>
          <a:lstStyle>
            <a:lvl1pPr lvl="0" algn="ctr">
              <a:lnSpc>
                <a:spcPct val="90000"/>
              </a:lnSpc>
              <a:spcBef>
                <a:spcPts val="0"/>
              </a:spcBef>
              <a:spcAft>
                <a:spcPts val="0"/>
              </a:spcAft>
              <a:buSzPts val="5200"/>
              <a:buNone/>
              <a:defRPr sz="4500">
                <a:latin typeface="Audiowide"/>
                <a:ea typeface="Audiowide"/>
                <a:cs typeface="Audiowide"/>
                <a:sym typeface="Audiowid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 name="Google Shape;14;p2"/>
          <p:cNvSpPr txBox="1"/>
          <p:nvPr>
            <p:ph idx="1" type="subTitle"/>
          </p:nvPr>
        </p:nvSpPr>
        <p:spPr>
          <a:xfrm>
            <a:off x="1625850" y="3778500"/>
            <a:ext cx="5892300" cy="473700"/>
          </a:xfrm>
          <a:prstGeom prst="rect">
            <a:avLst/>
          </a:prstGeom>
          <a:noFill/>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5" name="Google Shape;15;p2"/>
          <p:cNvPicPr preferRelativeResize="0"/>
          <p:nvPr/>
        </p:nvPicPr>
        <p:blipFill>
          <a:blip r:embed="rId3">
            <a:alphaModFix amt="75000"/>
          </a:blip>
          <a:stretch>
            <a:fillRect/>
          </a:stretch>
        </p:blipFill>
        <p:spPr>
          <a:xfrm>
            <a:off x="-1011050" y="-447675"/>
            <a:ext cx="5892301" cy="3648150"/>
          </a:xfrm>
          <a:prstGeom prst="rect">
            <a:avLst/>
          </a:prstGeom>
          <a:noFill/>
          <a:ln>
            <a:noFill/>
          </a:ln>
        </p:spPr>
      </p:pic>
      <p:pic>
        <p:nvPicPr>
          <p:cNvPr id="16" name="Google Shape;16;p2"/>
          <p:cNvPicPr preferRelativeResize="0"/>
          <p:nvPr/>
        </p:nvPicPr>
        <p:blipFill>
          <a:blip r:embed="rId3">
            <a:alphaModFix amt="75000"/>
          </a:blip>
          <a:stretch>
            <a:fillRect/>
          </a:stretch>
        </p:blipFill>
        <p:spPr>
          <a:xfrm rot="10800000">
            <a:off x="4261050" y="1962150"/>
            <a:ext cx="5892301" cy="36481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19" name="Google Shape;19;p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txBox="1"/>
          <p:nvPr>
            <p:ph type="title"/>
          </p:nvPr>
        </p:nvSpPr>
        <p:spPr>
          <a:xfrm>
            <a:off x="4491888" y="1682463"/>
            <a:ext cx="3312300" cy="11130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700">
                <a:solidFill>
                  <a:schemeClr val="accent1"/>
                </a:solidFill>
              </a:defRPr>
            </a:lvl1pPr>
            <a:lvl2pPr lvl="1" rtl="0" algn="ctr">
              <a:spcBef>
                <a:spcPts val="0"/>
              </a:spcBef>
              <a:spcAft>
                <a:spcPts val="0"/>
              </a:spcAft>
              <a:buClr>
                <a:schemeClr val="lt1"/>
              </a:buClr>
              <a:buSzPts val="3600"/>
              <a:buNone/>
              <a:defRPr sz="3600">
                <a:solidFill>
                  <a:schemeClr val="lt1"/>
                </a:solidFill>
              </a:defRPr>
            </a:lvl2pPr>
            <a:lvl3pPr lvl="2" rtl="0" algn="ctr">
              <a:spcBef>
                <a:spcPts val="0"/>
              </a:spcBef>
              <a:spcAft>
                <a:spcPts val="0"/>
              </a:spcAft>
              <a:buClr>
                <a:schemeClr val="lt1"/>
              </a:buClr>
              <a:buSzPts val="3600"/>
              <a:buNone/>
              <a:defRPr sz="3600">
                <a:solidFill>
                  <a:schemeClr val="lt1"/>
                </a:solidFill>
              </a:defRPr>
            </a:lvl3pPr>
            <a:lvl4pPr lvl="3" rtl="0" algn="ctr">
              <a:spcBef>
                <a:spcPts val="0"/>
              </a:spcBef>
              <a:spcAft>
                <a:spcPts val="0"/>
              </a:spcAft>
              <a:buClr>
                <a:schemeClr val="lt1"/>
              </a:buClr>
              <a:buSzPts val="3600"/>
              <a:buNone/>
              <a:defRPr sz="3600">
                <a:solidFill>
                  <a:schemeClr val="lt1"/>
                </a:solidFill>
              </a:defRPr>
            </a:lvl4pPr>
            <a:lvl5pPr lvl="4" rtl="0" algn="ctr">
              <a:spcBef>
                <a:spcPts val="0"/>
              </a:spcBef>
              <a:spcAft>
                <a:spcPts val="0"/>
              </a:spcAft>
              <a:buClr>
                <a:schemeClr val="lt1"/>
              </a:buClr>
              <a:buSzPts val="3600"/>
              <a:buNone/>
              <a:defRPr sz="3600">
                <a:solidFill>
                  <a:schemeClr val="lt1"/>
                </a:solidFill>
              </a:defRPr>
            </a:lvl5pPr>
            <a:lvl6pPr lvl="5" rtl="0" algn="ctr">
              <a:spcBef>
                <a:spcPts val="0"/>
              </a:spcBef>
              <a:spcAft>
                <a:spcPts val="0"/>
              </a:spcAft>
              <a:buClr>
                <a:schemeClr val="lt1"/>
              </a:buClr>
              <a:buSzPts val="3600"/>
              <a:buNone/>
              <a:defRPr sz="3600">
                <a:solidFill>
                  <a:schemeClr val="lt1"/>
                </a:solidFill>
              </a:defRPr>
            </a:lvl6pPr>
            <a:lvl7pPr lvl="6" rtl="0" algn="ctr">
              <a:spcBef>
                <a:spcPts val="0"/>
              </a:spcBef>
              <a:spcAft>
                <a:spcPts val="0"/>
              </a:spcAft>
              <a:buClr>
                <a:schemeClr val="lt1"/>
              </a:buClr>
              <a:buSzPts val="3600"/>
              <a:buNone/>
              <a:defRPr sz="3600">
                <a:solidFill>
                  <a:schemeClr val="lt1"/>
                </a:solidFill>
              </a:defRPr>
            </a:lvl7pPr>
            <a:lvl8pPr lvl="7" rtl="0" algn="ctr">
              <a:spcBef>
                <a:spcPts val="0"/>
              </a:spcBef>
              <a:spcAft>
                <a:spcPts val="0"/>
              </a:spcAft>
              <a:buClr>
                <a:schemeClr val="lt1"/>
              </a:buClr>
              <a:buSzPts val="3600"/>
              <a:buNone/>
              <a:defRPr sz="3600">
                <a:solidFill>
                  <a:schemeClr val="lt1"/>
                </a:solidFill>
              </a:defRPr>
            </a:lvl8pPr>
            <a:lvl9pPr lvl="8" rtl="0" algn="ctr">
              <a:spcBef>
                <a:spcPts val="0"/>
              </a:spcBef>
              <a:spcAft>
                <a:spcPts val="0"/>
              </a:spcAft>
              <a:buClr>
                <a:schemeClr val="lt1"/>
              </a:buClr>
              <a:buSzPts val="3600"/>
              <a:buNone/>
              <a:defRPr sz="3600">
                <a:solidFill>
                  <a:schemeClr val="lt1"/>
                </a:solidFill>
              </a:defRPr>
            </a:lvl9pPr>
          </a:lstStyle>
          <a:p/>
        </p:txBody>
      </p:sp>
      <p:sp>
        <p:nvSpPr>
          <p:cNvPr id="23" name="Google Shape;23;p3"/>
          <p:cNvSpPr txBox="1"/>
          <p:nvPr>
            <p:ph idx="1" type="subTitle"/>
          </p:nvPr>
        </p:nvSpPr>
        <p:spPr>
          <a:xfrm>
            <a:off x="4491888" y="2851113"/>
            <a:ext cx="3312300" cy="60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sz="16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4" name="Google Shape;24;p3"/>
          <p:cNvSpPr txBox="1"/>
          <p:nvPr>
            <p:ph hasCustomPrompt="1" idx="2" type="title"/>
          </p:nvPr>
        </p:nvSpPr>
        <p:spPr>
          <a:xfrm>
            <a:off x="1931113" y="1872250"/>
            <a:ext cx="1728900" cy="11886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6000"/>
              <a:buNone/>
              <a:defRPr sz="8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pic>
        <p:nvPicPr>
          <p:cNvPr id="25" name="Google Shape;25;p3"/>
          <p:cNvPicPr preferRelativeResize="0"/>
          <p:nvPr/>
        </p:nvPicPr>
        <p:blipFill>
          <a:blip r:embed="rId3">
            <a:alphaModFix amt="75000"/>
          </a:blip>
          <a:stretch>
            <a:fillRect/>
          </a:stretch>
        </p:blipFill>
        <p:spPr>
          <a:xfrm>
            <a:off x="-1015800" y="-419100"/>
            <a:ext cx="6190054" cy="3832501"/>
          </a:xfrm>
          <a:prstGeom prst="rect">
            <a:avLst/>
          </a:prstGeom>
          <a:noFill/>
          <a:ln>
            <a:noFill/>
          </a:ln>
        </p:spPr>
      </p:pic>
      <p:pic>
        <p:nvPicPr>
          <p:cNvPr id="26" name="Google Shape;26;p3"/>
          <p:cNvPicPr preferRelativeResize="0"/>
          <p:nvPr/>
        </p:nvPicPr>
        <p:blipFill>
          <a:blip r:embed="rId3">
            <a:alphaModFix amt="75000"/>
          </a:blip>
          <a:stretch>
            <a:fillRect/>
          </a:stretch>
        </p:blipFill>
        <p:spPr>
          <a:xfrm rot="10800000">
            <a:off x="4352926" y="1967775"/>
            <a:ext cx="5790899" cy="35853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pic>
        <p:nvPicPr>
          <p:cNvPr id="28" name="Google Shape;28;p4"/>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29" name="Google Shape;29;p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txBox="1"/>
          <p:nvPr>
            <p:ph idx="1" type="body"/>
          </p:nvPr>
        </p:nvSpPr>
        <p:spPr>
          <a:xfrm>
            <a:off x="720000" y="1168463"/>
            <a:ext cx="7704000" cy="57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AutoNum type="arabicPeriod"/>
              <a:defRPr sz="1200"/>
            </a:lvl1pPr>
            <a:lvl2pPr indent="-317500" lvl="1" marL="914400">
              <a:spcBef>
                <a:spcPts val="0"/>
              </a:spcBef>
              <a:spcAft>
                <a:spcPts val="0"/>
              </a:spcAft>
              <a:buSzPts val="1400"/>
              <a:buAutoNum type="alphaLcPeriod"/>
              <a:defRPr/>
            </a:lvl2pPr>
            <a:lvl3pPr indent="-317500" lvl="2" marL="1371600">
              <a:spcBef>
                <a:spcPts val="0"/>
              </a:spcBef>
              <a:spcAft>
                <a:spcPts val="0"/>
              </a:spcAft>
              <a:buSzPts val="1400"/>
              <a:buAutoNum type="romanLcPeriod"/>
              <a:defRPr/>
            </a:lvl3pPr>
            <a:lvl4pPr indent="-317500" lvl="3" marL="1828800">
              <a:spcBef>
                <a:spcPts val="0"/>
              </a:spcBef>
              <a:spcAft>
                <a:spcPts val="0"/>
              </a:spcAft>
              <a:buSzPts val="1400"/>
              <a:buAutoNum type="arabicPeriod"/>
              <a:defRPr/>
            </a:lvl4pPr>
            <a:lvl5pPr indent="-317500" lvl="4" marL="2286000">
              <a:spcBef>
                <a:spcPts val="0"/>
              </a:spcBef>
              <a:spcAft>
                <a:spcPts val="0"/>
              </a:spcAft>
              <a:buSzPts val="1400"/>
              <a:buAutoNum type="alphaLcPeriod"/>
              <a:defRPr/>
            </a:lvl5pPr>
            <a:lvl6pPr indent="-317500" lvl="5" marL="2743200">
              <a:spcBef>
                <a:spcPts val="0"/>
              </a:spcBef>
              <a:spcAft>
                <a:spcPts val="0"/>
              </a:spcAft>
              <a:buSzPts val="1400"/>
              <a:buAutoNum type="romanLcPeriod"/>
              <a:defRPr/>
            </a:lvl6pPr>
            <a:lvl7pPr indent="-317500" lvl="6" marL="3200400">
              <a:spcBef>
                <a:spcPts val="0"/>
              </a:spcBef>
              <a:spcAft>
                <a:spcPts val="0"/>
              </a:spcAft>
              <a:buSzPts val="1400"/>
              <a:buAutoNum type="arabicPeriod"/>
              <a:defRPr/>
            </a:lvl7pPr>
            <a:lvl8pPr indent="-317500" lvl="7" marL="3657600">
              <a:spcBef>
                <a:spcPts val="0"/>
              </a:spcBef>
              <a:spcAft>
                <a:spcPts val="0"/>
              </a:spcAft>
              <a:buSzPts val="1400"/>
              <a:buAutoNum type="alphaLcPeriod"/>
              <a:defRPr/>
            </a:lvl8pPr>
            <a:lvl9pPr indent="-317500" lvl="8" marL="4114800">
              <a:spcBef>
                <a:spcPts val="0"/>
              </a:spcBef>
              <a:spcAft>
                <a:spcPts val="0"/>
              </a:spcAft>
              <a:buSzPts val="1400"/>
              <a:buAutoNum type="romanLcPeriod"/>
              <a:defRPr/>
            </a:lvl9pPr>
          </a:lstStyle>
          <a:p/>
        </p:txBody>
      </p:sp>
      <p:pic>
        <p:nvPicPr>
          <p:cNvPr id="33" name="Google Shape;33;p4"/>
          <p:cNvPicPr preferRelativeResize="0"/>
          <p:nvPr/>
        </p:nvPicPr>
        <p:blipFill>
          <a:blip r:embed="rId3">
            <a:alphaModFix amt="75000"/>
          </a:blip>
          <a:stretch>
            <a:fillRect/>
          </a:stretch>
        </p:blipFill>
        <p:spPr>
          <a:xfrm>
            <a:off x="-825300" y="-371475"/>
            <a:ext cx="4857272" cy="3007325"/>
          </a:xfrm>
          <a:prstGeom prst="rect">
            <a:avLst/>
          </a:prstGeom>
          <a:noFill/>
          <a:ln>
            <a:noFill/>
          </a:ln>
        </p:spPr>
      </p:pic>
      <p:pic>
        <p:nvPicPr>
          <p:cNvPr id="34" name="Google Shape;34;p4"/>
          <p:cNvPicPr preferRelativeResize="0"/>
          <p:nvPr/>
        </p:nvPicPr>
        <p:blipFill>
          <a:blip r:embed="rId3">
            <a:alphaModFix amt="75000"/>
          </a:blip>
          <a:stretch>
            <a:fillRect/>
          </a:stretch>
        </p:blipFill>
        <p:spPr>
          <a:xfrm rot="10800000">
            <a:off x="5048253" y="2398274"/>
            <a:ext cx="5095572" cy="3154876"/>
          </a:xfrm>
          <a:prstGeom prst="rect">
            <a:avLst/>
          </a:prstGeom>
          <a:noFill/>
          <a:ln>
            <a:noFill/>
          </a:ln>
        </p:spPr>
      </p:pic>
      <p:sp>
        <p:nvSpPr>
          <p:cNvPr id="35" name="Google Shape;35;p4"/>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mt="75000"/>
          </a:blip>
          <a:srcRect b="0" l="17266" r="0" t="16653"/>
          <a:stretch/>
        </p:blipFill>
        <p:spPr>
          <a:xfrm rot="10800000">
            <a:off x="4688049" y="2278552"/>
            <a:ext cx="4684549" cy="2922100"/>
          </a:xfrm>
          <a:prstGeom prst="rect">
            <a:avLst/>
          </a:prstGeom>
          <a:noFill/>
          <a:ln>
            <a:noFill/>
          </a:ln>
        </p:spPr>
      </p:pic>
      <p:pic>
        <p:nvPicPr>
          <p:cNvPr id="38" name="Google Shape;38;p5"/>
          <p:cNvPicPr preferRelativeResize="0"/>
          <p:nvPr/>
        </p:nvPicPr>
        <p:blipFill rotWithShape="1">
          <a:blip r:embed="rId2">
            <a:alphaModFix amt="75000"/>
          </a:blip>
          <a:srcRect b="0" l="16618" r="0" t="14668"/>
          <a:stretch/>
        </p:blipFill>
        <p:spPr>
          <a:xfrm rot="4">
            <a:off x="-57150" y="-190497"/>
            <a:ext cx="4810127" cy="3047996"/>
          </a:xfrm>
          <a:prstGeom prst="rect">
            <a:avLst/>
          </a:prstGeom>
          <a:noFill/>
          <a:ln>
            <a:noFill/>
          </a:ln>
        </p:spPr>
      </p:pic>
      <p:pic>
        <p:nvPicPr>
          <p:cNvPr id="39" name="Google Shape;39;p5"/>
          <p:cNvPicPr preferRelativeResize="0"/>
          <p:nvPr/>
        </p:nvPicPr>
        <p:blipFill rotWithShape="1">
          <a:blip r:embed="rId3">
            <a:alphaModFix/>
          </a:blip>
          <a:srcRect b="17754" l="0" r="0" t="1621"/>
          <a:stretch/>
        </p:blipFill>
        <p:spPr>
          <a:xfrm>
            <a:off x="-181700" y="-257175"/>
            <a:ext cx="9649551" cy="5667373"/>
          </a:xfrm>
          <a:prstGeom prst="rect">
            <a:avLst/>
          </a:prstGeom>
          <a:noFill/>
          <a:ln>
            <a:noFill/>
          </a:ln>
        </p:spPr>
      </p:pic>
      <p:sp>
        <p:nvSpPr>
          <p:cNvPr id="40" name="Google Shape;40;p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txBox="1"/>
          <p:nvPr>
            <p:ph type="title"/>
          </p:nvPr>
        </p:nvSpPr>
        <p:spPr>
          <a:xfrm>
            <a:off x="720000" y="540000"/>
            <a:ext cx="77043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 name="Google Shape;44;p5"/>
          <p:cNvSpPr txBox="1"/>
          <p:nvPr>
            <p:ph idx="1" type="subTitle"/>
          </p:nvPr>
        </p:nvSpPr>
        <p:spPr>
          <a:xfrm>
            <a:off x="1605775" y="3703499"/>
            <a:ext cx="2846700" cy="78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 name="Google Shape;45;p5"/>
          <p:cNvSpPr txBox="1"/>
          <p:nvPr>
            <p:ph idx="2" type="subTitle"/>
          </p:nvPr>
        </p:nvSpPr>
        <p:spPr>
          <a:xfrm>
            <a:off x="4688050" y="3703499"/>
            <a:ext cx="2846700" cy="78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6" name="Google Shape;46;p5"/>
          <p:cNvSpPr txBox="1"/>
          <p:nvPr>
            <p:ph idx="3" type="subTitle"/>
          </p:nvPr>
        </p:nvSpPr>
        <p:spPr>
          <a:xfrm>
            <a:off x="1605779" y="3328943"/>
            <a:ext cx="28467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None/>
              <a:defRPr sz="2000">
                <a:solidFill>
                  <a:schemeClr val="accent1"/>
                </a:solidFill>
                <a:latin typeface="Audiowide"/>
                <a:ea typeface="Audiowide"/>
                <a:cs typeface="Audiowide"/>
                <a:sym typeface="Audiowide"/>
              </a:defRPr>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47" name="Google Shape;47;p5"/>
          <p:cNvSpPr txBox="1"/>
          <p:nvPr>
            <p:ph idx="4" type="subTitle"/>
          </p:nvPr>
        </p:nvSpPr>
        <p:spPr>
          <a:xfrm>
            <a:off x="4688055" y="3328943"/>
            <a:ext cx="28467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None/>
              <a:defRPr sz="2000">
                <a:solidFill>
                  <a:schemeClr val="accent1"/>
                </a:solidFill>
                <a:latin typeface="Audiowide"/>
                <a:ea typeface="Audiowide"/>
                <a:cs typeface="Audiowide"/>
                <a:sym typeface="Audiowide"/>
              </a:defRPr>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pic>
        <p:nvPicPr>
          <p:cNvPr id="49" name="Google Shape;49;p6"/>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50" name="Google Shape;50;p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6"/>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54" name="Google Shape;54;p6"/>
          <p:cNvPicPr preferRelativeResize="0"/>
          <p:nvPr/>
        </p:nvPicPr>
        <p:blipFill rotWithShape="1">
          <a:blip r:embed="rId3">
            <a:alphaModFix amt="75000"/>
          </a:blip>
          <a:srcRect b="0" l="24087" r="0" t="19904"/>
          <a:stretch/>
        </p:blipFill>
        <p:spPr>
          <a:xfrm>
            <a:off x="-104775" y="-85500"/>
            <a:ext cx="3714749" cy="2426851"/>
          </a:xfrm>
          <a:prstGeom prst="rect">
            <a:avLst/>
          </a:prstGeom>
          <a:noFill/>
          <a:ln>
            <a:noFill/>
          </a:ln>
        </p:spPr>
      </p:pic>
      <p:pic>
        <p:nvPicPr>
          <p:cNvPr id="55" name="Google Shape;55;p6"/>
          <p:cNvPicPr preferRelativeResize="0"/>
          <p:nvPr/>
        </p:nvPicPr>
        <p:blipFill rotWithShape="1">
          <a:blip r:embed="rId3">
            <a:alphaModFix amt="75000"/>
          </a:blip>
          <a:srcRect b="0" l="22039" r="0" t="14089"/>
          <a:stretch/>
        </p:blipFill>
        <p:spPr>
          <a:xfrm rot="-10799995">
            <a:off x="5705475" y="2752926"/>
            <a:ext cx="3629025" cy="247629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pic>
        <p:nvPicPr>
          <p:cNvPr id="57" name="Google Shape;57;p7"/>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58" name="Google Shape;58;p7"/>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txBox="1"/>
          <p:nvPr>
            <p:ph type="title"/>
          </p:nvPr>
        </p:nvSpPr>
        <p:spPr>
          <a:xfrm>
            <a:off x="4381506" y="887025"/>
            <a:ext cx="4038600" cy="95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7"/>
          <p:cNvSpPr txBox="1"/>
          <p:nvPr>
            <p:ph idx="1" type="body"/>
          </p:nvPr>
        </p:nvSpPr>
        <p:spPr>
          <a:xfrm>
            <a:off x="4381500" y="1843575"/>
            <a:ext cx="4038600" cy="2436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a:lvl1pPr>
            <a:lvl2pPr indent="-317500" lvl="1" marL="914400" rtl="0">
              <a:spcBef>
                <a:spcPts val="0"/>
              </a:spcBef>
              <a:spcAft>
                <a:spcPts val="0"/>
              </a:spcAft>
              <a:buSzPts val="1400"/>
              <a:buChar char="○"/>
              <a:defRPr/>
            </a:lvl2pPr>
            <a:lvl3pPr indent="-311150" lvl="2" marL="1371600" rtl="0">
              <a:spcBef>
                <a:spcPts val="0"/>
              </a:spcBef>
              <a:spcAft>
                <a:spcPts val="0"/>
              </a:spcAft>
              <a:buSzPts val="1300"/>
              <a:buChar char="■"/>
              <a:defRPr sz="1300"/>
            </a:lvl3pPr>
            <a:lvl4pPr indent="-311150" lvl="3" marL="1828800" rtl="0">
              <a:spcBef>
                <a:spcPts val="0"/>
              </a:spcBef>
              <a:spcAft>
                <a:spcPts val="0"/>
              </a:spcAft>
              <a:buSzPts val="1300"/>
              <a:buChar char="●"/>
              <a:defRPr sz="1300"/>
            </a:lvl4pPr>
            <a:lvl5pPr indent="-311150" lvl="4" marL="2286000" rtl="0">
              <a:spcBef>
                <a:spcPts val="0"/>
              </a:spcBef>
              <a:spcAft>
                <a:spcPts val="0"/>
              </a:spcAft>
              <a:buSzPts val="1300"/>
              <a:buChar char="○"/>
              <a:defRPr sz="1300"/>
            </a:lvl5pPr>
            <a:lvl6pPr indent="-311150" lvl="5" marL="2743200" rtl="0">
              <a:spcBef>
                <a:spcPts val="0"/>
              </a:spcBef>
              <a:spcAft>
                <a:spcPts val="0"/>
              </a:spcAft>
              <a:buSzPts val="1300"/>
              <a:buChar char="■"/>
              <a:defRPr sz="1300"/>
            </a:lvl6pPr>
            <a:lvl7pPr indent="-311150" lvl="6" marL="3200400" rtl="0">
              <a:spcBef>
                <a:spcPts val="0"/>
              </a:spcBef>
              <a:spcAft>
                <a:spcPts val="0"/>
              </a:spcAft>
              <a:buSzPts val="1300"/>
              <a:buChar char="●"/>
              <a:defRPr sz="1300"/>
            </a:lvl7pPr>
            <a:lvl8pPr indent="-311150" lvl="7" marL="3657600" rtl="0">
              <a:spcBef>
                <a:spcPts val="0"/>
              </a:spcBef>
              <a:spcAft>
                <a:spcPts val="0"/>
              </a:spcAft>
              <a:buSzPts val="1300"/>
              <a:buChar char="○"/>
              <a:defRPr sz="1300"/>
            </a:lvl8pPr>
            <a:lvl9pPr indent="-311150" lvl="8" marL="4114800" rtl="0">
              <a:spcBef>
                <a:spcPts val="0"/>
              </a:spcBef>
              <a:spcAft>
                <a:spcPts val="0"/>
              </a:spcAft>
              <a:buSzPts val="1300"/>
              <a:buChar char="■"/>
              <a:defRPr sz="1300"/>
            </a:lvl9pPr>
          </a:lstStyle>
          <a:p/>
        </p:txBody>
      </p:sp>
      <p:pic>
        <p:nvPicPr>
          <p:cNvPr id="63" name="Google Shape;63;p7"/>
          <p:cNvPicPr preferRelativeResize="0"/>
          <p:nvPr/>
        </p:nvPicPr>
        <p:blipFill rotWithShape="1">
          <a:blip r:embed="rId3">
            <a:alphaModFix amt="75000"/>
          </a:blip>
          <a:srcRect b="0" l="24156" r="0" t="16304"/>
          <a:stretch/>
        </p:blipFill>
        <p:spPr>
          <a:xfrm rot="5400000">
            <a:off x="5767588" y="527636"/>
            <a:ext cx="4294574" cy="293450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4" name="Shape 64"/>
        <p:cNvGrpSpPr/>
        <p:nvPr/>
      </p:nvGrpSpPr>
      <p:grpSpPr>
        <a:xfrm>
          <a:off x="0" y="0"/>
          <a:ext cx="0" cy="0"/>
          <a:chOff x="0" y="0"/>
          <a:chExt cx="0" cy="0"/>
        </a:xfrm>
      </p:grpSpPr>
      <p:pic>
        <p:nvPicPr>
          <p:cNvPr id="65" name="Google Shape;65;p8"/>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66" name="Google Shape;66;p8"/>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8"/>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txBox="1"/>
          <p:nvPr>
            <p:ph type="title"/>
          </p:nvPr>
        </p:nvSpPr>
        <p:spPr>
          <a:xfrm>
            <a:off x="2005350" y="1506750"/>
            <a:ext cx="5133300" cy="21300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73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pic>
        <p:nvPicPr>
          <p:cNvPr id="70" name="Google Shape;70;p8"/>
          <p:cNvPicPr preferRelativeResize="0"/>
          <p:nvPr/>
        </p:nvPicPr>
        <p:blipFill>
          <a:blip r:embed="rId3">
            <a:alphaModFix amt="75000"/>
          </a:blip>
          <a:stretch>
            <a:fillRect/>
          </a:stretch>
        </p:blipFill>
        <p:spPr>
          <a:xfrm rot="5400000">
            <a:off x="4270575" y="37800"/>
            <a:ext cx="6816287" cy="4220224"/>
          </a:xfrm>
          <a:prstGeom prst="rect">
            <a:avLst/>
          </a:prstGeom>
          <a:noFill/>
          <a:ln>
            <a:noFill/>
          </a:ln>
        </p:spPr>
      </p:pic>
      <p:pic>
        <p:nvPicPr>
          <p:cNvPr id="71" name="Google Shape;71;p8"/>
          <p:cNvPicPr preferRelativeResize="0"/>
          <p:nvPr/>
        </p:nvPicPr>
        <p:blipFill>
          <a:blip r:embed="rId3">
            <a:alphaModFix amt="75000"/>
          </a:blip>
          <a:stretch>
            <a:fillRect/>
          </a:stretch>
        </p:blipFill>
        <p:spPr>
          <a:xfrm rot="-5399997">
            <a:off x="-1890149" y="942974"/>
            <a:ext cx="6692275" cy="41434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 name="Shape 72"/>
        <p:cNvGrpSpPr/>
        <p:nvPr/>
      </p:nvGrpSpPr>
      <p:grpSpPr>
        <a:xfrm>
          <a:off x="0" y="0"/>
          <a:ext cx="0" cy="0"/>
          <a:chOff x="0" y="0"/>
          <a:chExt cx="0" cy="0"/>
        </a:xfrm>
      </p:grpSpPr>
      <p:pic>
        <p:nvPicPr>
          <p:cNvPr id="73" name="Google Shape;73;p9"/>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74" name="Google Shape;74;p9"/>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9"/>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9"/>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9"/>
          <p:cNvSpPr txBox="1"/>
          <p:nvPr>
            <p:ph type="title"/>
          </p:nvPr>
        </p:nvSpPr>
        <p:spPr>
          <a:xfrm>
            <a:off x="970400" y="1168075"/>
            <a:ext cx="3133800" cy="181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8" name="Google Shape;78;p9"/>
          <p:cNvSpPr txBox="1"/>
          <p:nvPr>
            <p:ph idx="1" type="subTitle"/>
          </p:nvPr>
        </p:nvSpPr>
        <p:spPr>
          <a:xfrm>
            <a:off x="970400" y="3167250"/>
            <a:ext cx="3133800" cy="84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79" name="Google Shape;79;p9"/>
          <p:cNvPicPr preferRelativeResize="0"/>
          <p:nvPr/>
        </p:nvPicPr>
        <p:blipFill rotWithShape="1">
          <a:blip r:embed="rId3">
            <a:alphaModFix amt="75000"/>
          </a:blip>
          <a:srcRect b="0" l="19107" r="0" t="4943"/>
          <a:stretch/>
        </p:blipFill>
        <p:spPr>
          <a:xfrm rot="-5400000">
            <a:off x="-727588" y="1263239"/>
            <a:ext cx="4580326" cy="333259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0" name="Shape 80"/>
        <p:cNvGrpSpPr/>
        <p:nvPr/>
      </p:nvGrpSpPr>
      <p:grpSpPr>
        <a:xfrm>
          <a:off x="0" y="0"/>
          <a:ext cx="0" cy="0"/>
          <a:chOff x="0" y="0"/>
          <a:chExt cx="0" cy="0"/>
        </a:xfrm>
      </p:grpSpPr>
      <p:pic>
        <p:nvPicPr>
          <p:cNvPr id="81" name="Google Shape;81;p10"/>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82" name="Google Shape;82;p10"/>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0"/>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0"/>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0"/>
          <p:cNvSpPr txBox="1"/>
          <p:nvPr>
            <p:ph type="title"/>
          </p:nvPr>
        </p:nvSpPr>
        <p:spPr>
          <a:xfrm rot="300">
            <a:off x="720000" y="3295650"/>
            <a:ext cx="3433500" cy="1207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6" name="Shape 86"/>
        <p:cNvGrpSpPr/>
        <p:nvPr/>
      </p:nvGrpSpPr>
      <p:grpSpPr>
        <a:xfrm>
          <a:off x="0" y="0"/>
          <a:ext cx="0" cy="0"/>
          <a:chOff x="0" y="0"/>
          <a:chExt cx="0" cy="0"/>
        </a:xfrm>
      </p:grpSpPr>
      <p:pic>
        <p:nvPicPr>
          <p:cNvPr id="87" name="Google Shape;87;p11"/>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88" name="Google Shape;88;p11"/>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1"/>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1"/>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1"/>
          <p:cNvSpPr txBox="1"/>
          <p:nvPr>
            <p:ph hasCustomPrompt="1" type="title"/>
          </p:nvPr>
        </p:nvSpPr>
        <p:spPr>
          <a:xfrm rot="186">
            <a:off x="977225" y="1686338"/>
            <a:ext cx="5538000" cy="12342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9600"/>
              <a:buNone/>
              <a:defRPr sz="8100"/>
            </a:lvl1pPr>
            <a:lvl2pPr lvl="1" rtl="0" algn="ctr">
              <a:spcBef>
                <a:spcPts val="0"/>
              </a:spcBef>
              <a:spcAft>
                <a:spcPts val="0"/>
              </a:spcAft>
              <a:buClr>
                <a:schemeClr val="lt1"/>
              </a:buClr>
              <a:buSzPts val="9600"/>
              <a:buNone/>
              <a:defRPr sz="9600">
                <a:solidFill>
                  <a:schemeClr val="lt1"/>
                </a:solidFill>
              </a:defRPr>
            </a:lvl2pPr>
            <a:lvl3pPr lvl="2" rtl="0" algn="ctr">
              <a:spcBef>
                <a:spcPts val="0"/>
              </a:spcBef>
              <a:spcAft>
                <a:spcPts val="0"/>
              </a:spcAft>
              <a:buClr>
                <a:schemeClr val="lt1"/>
              </a:buClr>
              <a:buSzPts val="9600"/>
              <a:buNone/>
              <a:defRPr sz="9600">
                <a:solidFill>
                  <a:schemeClr val="lt1"/>
                </a:solidFill>
              </a:defRPr>
            </a:lvl3pPr>
            <a:lvl4pPr lvl="3" rtl="0" algn="ctr">
              <a:spcBef>
                <a:spcPts val="0"/>
              </a:spcBef>
              <a:spcAft>
                <a:spcPts val="0"/>
              </a:spcAft>
              <a:buClr>
                <a:schemeClr val="lt1"/>
              </a:buClr>
              <a:buSzPts val="9600"/>
              <a:buNone/>
              <a:defRPr sz="9600">
                <a:solidFill>
                  <a:schemeClr val="lt1"/>
                </a:solidFill>
              </a:defRPr>
            </a:lvl4pPr>
            <a:lvl5pPr lvl="4" rtl="0" algn="ctr">
              <a:spcBef>
                <a:spcPts val="0"/>
              </a:spcBef>
              <a:spcAft>
                <a:spcPts val="0"/>
              </a:spcAft>
              <a:buClr>
                <a:schemeClr val="lt1"/>
              </a:buClr>
              <a:buSzPts val="9600"/>
              <a:buNone/>
              <a:defRPr sz="9600">
                <a:solidFill>
                  <a:schemeClr val="lt1"/>
                </a:solidFill>
              </a:defRPr>
            </a:lvl5pPr>
            <a:lvl6pPr lvl="5" rtl="0" algn="ctr">
              <a:spcBef>
                <a:spcPts val="0"/>
              </a:spcBef>
              <a:spcAft>
                <a:spcPts val="0"/>
              </a:spcAft>
              <a:buClr>
                <a:schemeClr val="lt1"/>
              </a:buClr>
              <a:buSzPts val="9600"/>
              <a:buNone/>
              <a:defRPr sz="9600">
                <a:solidFill>
                  <a:schemeClr val="lt1"/>
                </a:solidFill>
              </a:defRPr>
            </a:lvl6pPr>
            <a:lvl7pPr lvl="6" rtl="0" algn="ctr">
              <a:spcBef>
                <a:spcPts val="0"/>
              </a:spcBef>
              <a:spcAft>
                <a:spcPts val="0"/>
              </a:spcAft>
              <a:buClr>
                <a:schemeClr val="lt1"/>
              </a:buClr>
              <a:buSzPts val="9600"/>
              <a:buNone/>
              <a:defRPr sz="9600">
                <a:solidFill>
                  <a:schemeClr val="lt1"/>
                </a:solidFill>
              </a:defRPr>
            </a:lvl7pPr>
            <a:lvl8pPr lvl="7" rtl="0" algn="ctr">
              <a:spcBef>
                <a:spcPts val="0"/>
              </a:spcBef>
              <a:spcAft>
                <a:spcPts val="0"/>
              </a:spcAft>
              <a:buClr>
                <a:schemeClr val="lt1"/>
              </a:buClr>
              <a:buSzPts val="9600"/>
              <a:buNone/>
              <a:defRPr sz="9600">
                <a:solidFill>
                  <a:schemeClr val="lt1"/>
                </a:solidFill>
              </a:defRPr>
            </a:lvl8pPr>
            <a:lvl9pPr lvl="8" rtl="0" algn="ctr">
              <a:spcBef>
                <a:spcPts val="0"/>
              </a:spcBef>
              <a:spcAft>
                <a:spcPts val="0"/>
              </a:spcAft>
              <a:buClr>
                <a:schemeClr val="lt1"/>
              </a:buClr>
              <a:buSzPts val="9600"/>
              <a:buNone/>
              <a:defRPr sz="9600">
                <a:solidFill>
                  <a:schemeClr val="lt1"/>
                </a:solidFill>
              </a:defRPr>
            </a:lvl9pPr>
          </a:lstStyle>
          <a:p>
            <a:r>
              <a:t>xx%</a:t>
            </a:r>
          </a:p>
        </p:txBody>
      </p:sp>
      <p:sp>
        <p:nvSpPr>
          <p:cNvPr id="92" name="Google Shape;92;p11"/>
          <p:cNvSpPr txBox="1"/>
          <p:nvPr>
            <p:ph idx="1" type="subTitle"/>
          </p:nvPr>
        </p:nvSpPr>
        <p:spPr>
          <a:xfrm>
            <a:off x="977225" y="2821638"/>
            <a:ext cx="5538000" cy="45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8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0"/>
              </a:spcBef>
              <a:spcAft>
                <a:spcPts val="0"/>
              </a:spcAft>
              <a:buClr>
                <a:schemeClr val="lt1"/>
              </a:buClr>
              <a:buSzPts val="1600"/>
              <a:buNone/>
              <a:defRPr sz="1600">
                <a:solidFill>
                  <a:schemeClr val="lt1"/>
                </a:solidFill>
              </a:defRPr>
            </a:lvl3pPr>
            <a:lvl4pPr lvl="3" rtl="0" algn="ctr">
              <a:lnSpc>
                <a:spcPct val="100000"/>
              </a:lnSpc>
              <a:spcBef>
                <a:spcPts val="0"/>
              </a:spcBef>
              <a:spcAft>
                <a:spcPts val="0"/>
              </a:spcAft>
              <a:buClr>
                <a:schemeClr val="lt1"/>
              </a:buClr>
              <a:buSzPts val="1600"/>
              <a:buNone/>
              <a:defRPr sz="1600">
                <a:solidFill>
                  <a:schemeClr val="lt1"/>
                </a:solidFill>
              </a:defRPr>
            </a:lvl4pPr>
            <a:lvl5pPr lvl="4" rtl="0" algn="ctr">
              <a:lnSpc>
                <a:spcPct val="100000"/>
              </a:lnSpc>
              <a:spcBef>
                <a:spcPts val="0"/>
              </a:spcBef>
              <a:spcAft>
                <a:spcPts val="0"/>
              </a:spcAft>
              <a:buClr>
                <a:schemeClr val="lt1"/>
              </a:buClr>
              <a:buSzPts val="1600"/>
              <a:buNone/>
              <a:defRPr sz="1600">
                <a:solidFill>
                  <a:schemeClr val="lt1"/>
                </a:solidFill>
              </a:defRPr>
            </a:lvl5pPr>
            <a:lvl6pPr lvl="5" rtl="0" algn="ctr">
              <a:lnSpc>
                <a:spcPct val="100000"/>
              </a:lnSpc>
              <a:spcBef>
                <a:spcPts val="0"/>
              </a:spcBef>
              <a:spcAft>
                <a:spcPts val="0"/>
              </a:spcAft>
              <a:buClr>
                <a:schemeClr val="lt1"/>
              </a:buClr>
              <a:buSzPts val="1600"/>
              <a:buNone/>
              <a:defRPr sz="1600">
                <a:solidFill>
                  <a:schemeClr val="lt1"/>
                </a:solidFill>
              </a:defRPr>
            </a:lvl6pPr>
            <a:lvl7pPr lvl="6" rtl="0" algn="ctr">
              <a:lnSpc>
                <a:spcPct val="100000"/>
              </a:lnSpc>
              <a:spcBef>
                <a:spcPts val="0"/>
              </a:spcBef>
              <a:spcAft>
                <a:spcPts val="0"/>
              </a:spcAft>
              <a:buClr>
                <a:schemeClr val="lt1"/>
              </a:buClr>
              <a:buSzPts val="1600"/>
              <a:buNone/>
              <a:defRPr sz="1600">
                <a:solidFill>
                  <a:schemeClr val="lt1"/>
                </a:solidFill>
              </a:defRPr>
            </a:lvl7pPr>
            <a:lvl8pPr lvl="7" rtl="0" algn="ctr">
              <a:lnSpc>
                <a:spcPct val="100000"/>
              </a:lnSpc>
              <a:spcBef>
                <a:spcPts val="0"/>
              </a:spcBef>
              <a:spcAft>
                <a:spcPts val="0"/>
              </a:spcAft>
              <a:buClr>
                <a:schemeClr val="lt1"/>
              </a:buClr>
              <a:buSzPts val="1600"/>
              <a:buNone/>
              <a:defRPr sz="1600">
                <a:solidFill>
                  <a:schemeClr val="lt1"/>
                </a:solidFill>
              </a:defRPr>
            </a:lvl8pPr>
            <a:lvl9pPr lvl="8" rtl="0" algn="ctr">
              <a:lnSpc>
                <a:spcPct val="100000"/>
              </a:lnSpc>
              <a:spcBef>
                <a:spcPts val="0"/>
              </a:spcBef>
              <a:spcAft>
                <a:spcPts val="0"/>
              </a:spcAft>
              <a:buClr>
                <a:schemeClr val="lt1"/>
              </a:buClr>
              <a:buSzPts val="1600"/>
              <a:buNone/>
              <a:defRPr sz="1600">
                <a:solidFill>
                  <a:schemeClr val="lt1"/>
                </a:solidFill>
              </a:defRPr>
            </a:lvl9pPr>
          </a:lstStyle>
          <a:p/>
        </p:txBody>
      </p:sp>
      <p:pic>
        <p:nvPicPr>
          <p:cNvPr id="93" name="Google Shape;93;p11"/>
          <p:cNvPicPr preferRelativeResize="0"/>
          <p:nvPr/>
        </p:nvPicPr>
        <p:blipFill rotWithShape="1">
          <a:blip r:embed="rId3">
            <a:alphaModFix amt="75000"/>
          </a:blip>
          <a:srcRect b="0" l="0" r="0" t="0"/>
          <a:stretch/>
        </p:blipFill>
        <p:spPr>
          <a:xfrm rot="6015032">
            <a:off x="3802652" y="445901"/>
            <a:ext cx="7113000" cy="4404125"/>
          </a:xfrm>
          <a:prstGeom prst="rect">
            <a:avLst/>
          </a:prstGeom>
          <a:noFill/>
          <a:ln>
            <a:noFill/>
          </a:ln>
        </p:spPr>
      </p:pic>
      <p:pic>
        <p:nvPicPr>
          <p:cNvPr id="94" name="Google Shape;94;p11"/>
          <p:cNvPicPr preferRelativeResize="0"/>
          <p:nvPr/>
        </p:nvPicPr>
        <p:blipFill rotWithShape="1">
          <a:blip r:embed="rId3">
            <a:alphaModFix amt="75000"/>
          </a:blip>
          <a:srcRect b="0" l="-60" r="0" t="537"/>
          <a:stretch/>
        </p:blipFill>
        <p:spPr>
          <a:xfrm rot="-5399997">
            <a:off x="-1590800" y="1404054"/>
            <a:ext cx="5772273" cy="355281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5" name="Shape 9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1">
    <p:spTree>
      <p:nvGrpSpPr>
        <p:cNvPr id="96" name="Shape 96"/>
        <p:cNvGrpSpPr/>
        <p:nvPr/>
      </p:nvGrpSpPr>
      <p:grpSpPr>
        <a:xfrm>
          <a:off x="0" y="0"/>
          <a:ext cx="0" cy="0"/>
          <a:chOff x="0" y="0"/>
          <a:chExt cx="0" cy="0"/>
        </a:xfrm>
      </p:grpSpPr>
      <p:pic>
        <p:nvPicPr>
          <p:cNvPr id="97" name="Google Shape;97;p13"/>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98" name="Google Shape;98;p1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txBox="1"/>
          <p:nvPr>
            <p:ph type="title"/>
          </p:nvPr>
        </p:nvSpPr>
        <p:spPr>
          <a:xfrm>
            <a:off x="713224" y="1835250"/>
            <a:ext cx="23055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2" name="Google Shape;102;p13"/>
          <p:cNvSpPr txBox="1"/>
          <p:nvPr>
            <p:ph idx="1" type="subTitle"/>
          </p:nvPr>
        </p:nvSpPr>
        <p:spPr>
          <a:xfrm>
            <a:off x="713224"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3" name="Google Shape;103;p13"/>
          <p:cNvSpPr txBox="1"/>
          <p:nvPr>
            <p:ph idx="2" type="title"/>
          </p:nvPr>
        </p:nvSpPr>
        <p:spPr>
          <a:xfrm>
            <a:off x="713224" y="3680488"/>
            <a:ext cx="2305500" cy="52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4" name="Google Shape;104;p13"/>
          <p:cNvSpPr txBox="1"/>
          <p:nvPr>
            <p:ph idx="3" type="subTitle"/>
          </p:nvPr>
        </p:nvSpPr>
        <p:spPr>
          <a:xfrm>
            <a:off x="713224" y="4114613"/>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5" name="Google Shape;105;p13"/>
          <p:cNvSpPr txBox="1"/>
          <p:nvPr>
            <p:ph idx="4" type="title"/>
          </p:nvPr>
        </p:nvSpPr>
        <p:spPr>
          <a:xfrm>
            <a:off x="3419251" y="3680488"/>
            <a:ext cx="2305500" cy="52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6" name="Google Shape;106;p13"/>
          <p:cNvSpPr txBox="1"/>
          <p:nvPr>
            <p:ph idx="5" type="subTitle"/>
          </p:nvPr>
        </p:nvSpPr>
        <p:spPr>
          <a:xfrm>
            <a:off x="3419251" y="4114613"/>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 name="Google Shape;107;p13"/>
          <p:cNvSpPr txBox="1"/>
          <p:nvPr>
            <p:ph idx="6" type="title"/>
          </p:nvPr>
        </p:nvSpPr>
        <p:spPr>
          <a:xfrm>
            <a:off x="3419251" y="1835250"/>
            <a:ext cx="23055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8" name="Google Shape;108;p13"/>
          <p:cNvSpPr txBox="1"/>
          <p:nvPr>
            <p:ph idx="7" type="subTitle"/>
          </p:nvPr>
        </p:nvSpPr>
        <p:spPr>
          <a:xfrm>
            <a:off x="3419251"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 name="Google Shape;109;p13"/>
          <p:cNvSpPr txBox="1"/>
          <p:nvPr>
            <p:ph hasCustomPrompt="1" idx="8" type="title"/>
          </p:nvPr>
        </p:nvSpPr>
        <p:spPr>
          <a:xfrm>
            <a:off x="1415374" y="134477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p:nvPr>
            <p:ph hasCustomPrompt="1" idx="9" type="title"/>
          </p:nvPr>
        </p:nvSpPr>
        <p:spPr>
          <a:xfrm>
            <a:off x="4121401" y="319002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p:nvPr>
            <p:ph hasCustomPrompt="1" idx="13" type="title"/>
          </p:nvPr>
        </p:nvSpPr>
        <p:spPr>
          <a:xfrm>
            <a:off x="1415374" y="319002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p:nvPr>
            <p:ph hasCustomPrompt="1" idx="14" type="title"/>
          </p:nvPr>
        </p:nvSpPr>
        <p:spPr>
          <a:xfrm>
            <a:off x="4121401" y="134477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p:nvPr>
            <p:ph idx="15" type="title"/>
          </p:nvPr>
        </p:nvSpPr>
        <p:spPr>
          <a:xfrm>
            <a:off x="6125276" y="3680488"/>
            <a:ext cx="2305500" cy="52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4" name="Google Shape;114;p13"/>
          <p:cNvSpPr txBox="1"/>
          <p:nvPr>
            <p:ph idx="16" type="subTitle"/>
          </p:nvPr>
        </p:nvSpPr>
        <p:spPr>
          <a:xfrm>
            <a:off x="6125276" y="4114613"/>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 name="Google Shape;115;p13"/>
          <p:cNvSpPr txBox="1"/>
          <p:nvPr>
            <p:ph idx="17" type="title"/>
          </p:nvPr>
        </p:nvSpPr>
        <p:spPr>
          <a:xfrm>
            <a:off x="6125276" y="1835250"/>
            <a:ext cx="23055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16" name="Google Shape;116;p13"/>
          <p:cNvSpPr txBox="1"/>
          <p:nvPr>
            <p:ph idx="18" type="subTitle"/>
          </p:nvPr>
        </p:nvSpPr>
        <p:spPr>
          <a:xfrm>
            <a:off x="6125276"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 name="Google Shape;117;p13"/>
          <p:cNvSpPr txBox="1"/>
          <p:nvPr>
            <p:ph hasCustomPrompt="1" idx="19" type="title"/>
          </p:nvPr>
        </p:nvSpPr>
        <p:spPr>
          <a:xfrm>
            <a:off x="6827426" y="319002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8" name="Google Shape;118;p13"/>
          <p:cNvSpPr txBox="1"/>
          <p:nvPr>
            <p:ph hasCustomPrompt="1" idx="20" type="title"/>
          </p:nvPr>
        </p:nvSpPr>
        <p:spPr>
          <a:xfrm>
            <a:off x="6827426" y="134477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pic>
        <p:nvPicPr>
          <p:cNvPr id="119" name="Google Shape;119;p13"/>
          <p:cNvPicPr preferRelativeResize="0"/>
          <p:nvPr/>
        </p:nvPicPr>
        <p:blipFill>
          <a:blip r:embed="rId3">
            <a:alphaModFix amt="75000"/>
          </a:blip>
          <a:stretch>
            <a:fillRect/>
          </a:stretch>
        </p:blipFill>
        <p:spPr>
          <a:xfrm rot="-5400000">
            <a:off x="-1377750" y="2269750"/>
            <a:ext cx="4857272" cy="3007325"/>
          </a:xfrm>
          <a:prstGeom prst="rect">
            <a:avLst/>
          </a:prstGeom>
          <a:noFill/>
          <a:ln>
            <a:noFill/>
          </a:ln>
        </p:spPr>
      </p:pic>
      <p:pic>
        <p:nvPicPr>
          <p:cNvPr id="120" name="Google Shape;120;p13"/>
          <p:cNvPicPr preferRelativeResize="0"/>
          <p:nvPr/>
        </p:nvPicPr>
        <p:blipFill>
          <a:blip r:embed="rId3">
            <a:alphaModFix amt="75000"/>
          </a:blip>
          <a:stretch>
            <a:fillRect/>
          </a:stretch>
        </p:blipFill>
        <p:spPr>
          <a:xfrm rot="5400000">
            <a:off x="5366340" y="82974"/>
            <a:ext cx="5095572" cy="3154876"/>
          </a:xfrm>
          <a:prstGeom prst="rect">
            <a:avLst/>
          </a:prstGeom>
          <a:noFill/>
          <a:ln>
            <a:noFill/>
          </a:ln>
        </p:spPr>
      </p:pic>
      <p:sp>
        <p:nvSpPr>
          <p:cNvPr id="121" name="Google Shape;121;p13"/>
          <p:cNvSpPr txBox="1"/>
          <p:nvPr>
            <p:ph idx="21"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122" name="Shape 122"/>
        <p:cNvGrpSpPr/>
        <p:nvPr/>
      </p:nvGrpSpPr>
      <p:grpSpPr>
        <a:xfrm>
          <a:off x="0" y="0"/>
          <a:ext cx="0" cy="0"/>
          <a:chOff x="0" y="0"/>
          <a:chExt cx="0" cy="0"/>
        </a:xfrm>
      </p:grpSpPr>
      <p:pic>
        <p:nvPicPr>
          <p:cNvPr id="123" name="Google Shape;123;p14"/>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124" name="Google Shape;124;p1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4"/>
          <p:cNvSpPr txBox="1"/>
          <p:nvPr>
            <p:ph type="title"/>
          </p:nvPr>
        </p:nvSpPr>
        <p:spPr>
          <a:xfrm>
            <a:off x="1486024" y="3068248"/>
            <a:ext cx="6172200" cy="446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500"/>
              <a:buNone/>
              <a:defRPr sz="2200">
                <a:solidFill>
                  <a:schemeClr val="accent1"/>
                </a:solidFill>
              </a:defRPr>
            </a:lvl1pPr>
            <a:lvl2pPr lvl="1" rtl="0" algn="ctr">
              <a:spcBef>
                <a:spcPts val="0"/>
              </a:spcBef>
              <a:spcAft>
                <a:spcPts val="0"/>
              </a:spcAft>
              <a:buClr>
                <a:schemeClr val="lt1"/>
              </a:buClr>
              <a:buSzPts val="3000"/>
              <a:buNone/>
              <a:defRPr sz="3000">
                <a:solidFill>
                  <a:schemeClr val="lt1"/>
                </a:solidFill>
              </a:defRPr>
            </a:lvl2pPr>
            <a:lvl3pPr lvl="2" rtl="0" algn="ctr">
              <a:spcBef>
                <a:spcPts val="0"/>
              </a:spcBef>
              <a:spcAft>
                <a:spcPts val="0"/>
              </a:spcAft>
              <a:buClr>
                <a:schemeClr val="lt1"/>
              </a:buClr>
              <a:buSzPts val="3000"/>
              <a:buNone/>
              <a:defRPr sz="3000">
                <a:solidFill>
                  <a:schemeClr val="lt1"/>
                </a:solidFill>
              </a:defRPr>
            </a:lvl3pPr>
            <a:lvl4pPr lvl="3" rtl="0" algn="ctr">
              <a:spcBef>
                <a:spcPts val="0"/>
              </a:spcBef>
              <a:spcAft>
                <a:spcPts val="0"/>
              </a:spcAft>
              <a:buClr>
                <a:schemeClr val="lt1"/>
              </a:buClr>
              <a:buSzPts val="3000"/>
              <a:buNone/>
              <a:defRPr sz="3000">
                <a:solidFill>
                  <a:schemeClr val="lt1"/>
                </a:solidFill>
              </a:defRPr>
            </a:lvl4pPr>
            <a:lvl5pPr lvl="4" rtl="0" algn="ctr">
              <a:spcBef>
                <a:spcPts val="0"/>
              </a:spcBef>
              <a:spcAft>
                <a:spcPts val="0"/>
              </a:spcAft>
              <a:buClr>
                <a:schemeClr val="lt1"/>
              </a:buClr>
              <a:buSzPts val="3000"/>
              <a:buNone/>
              <a:defRPr sz="3000">
                <a:solidFill>
                  <a:schemeClr val="lt1"/>
                </a:solidFill>
              </a:defRPr>
            </a:lvl5pPr>
            <a:lvl6pPr lvl="5" rtl="0" algn="ctr">
              <a:spcBef>
                <a:spcPts val="0"/>
              </a:spcBef>
              <a:spcAft>
                <a:spcPts val="0"/>
              </a:spcAft>
              <a:buClr>
                <a:schemeClr val="lt1"/>
              </a:buClr>
              <a:buSzPts val="3000"/>
              <a:buNone/>
              <a:defRPr sz="3000">
                <a:solidFill>
                  <a:schemeClr val="lt1"/>
                </a:solidFill>
              </a:defRPr>
            </a:lvl6pPr>
            <a:lvl7pPr lvl="6" rtl="0" algn="ctr">
              <a:spcBef>
                <a:spcPts val="0"/>
              </a:spcBef>
              <a:spcAft>
                <a:spcPts val="0"/>
              </a:spcAft>
              <a:buClr>
                <a:schemeClr val="lt1"/>
              </a:buClr>
              <a:buSzPts val="3000"/>
              <a:buNone/>
              <a:defRPr sz="3000">
                <a:solidFill>
                  <a:schemeClr val="lt1"/>
                </a:solidFill>
              </a:defRPr>
            </a:lvl7pPr>
            <a:lvl8pPr lvl="7" rtl="0" algn="ctr">
              <a:spcBef>
                <a:spcPts val="0"/>
              </a:spcBef>
              <a:spcAft>
                <a:spcPts val="0"/>
              </a:spcAft>
              <a:buClr>
                <a:schemeClr val="lt1"/>
              </a:buClr>
              <a:buSzPts val="3000"/>
              <a:buNone/>
              <a:defRPr sz="3000">
                <a:solidFill>
                  <a:schemeClr val="lt1"/>
                </a:solidFill>
              </a:defRPr>
            </a:lvl8pPr>
            <a:lvl9pPr lvl="8" rtl="0" algn="ctr">
              <a:spcBef>
                <a:spcPts val="0"/>
              </a:spcBef>
              <a:spcAft>
                <a:spcPts val="0"/>
              </a:spcAft>
              <a:buClr>
                <a:schemeClr val="lt1"/>
              </a:buClr>
              <a:buSzPts val="3000"/>
              <a:buNone/>
              <a:defRPr sz="3000">
                <a:solidFill>
                  <a:schemeClr val="lt1"/>
                </a:solidFill>
              </a:defRPr>
            </a:lvl9pPr>
          </a:lstStyle>
          <a:p/>
        </p:txBody>
      </p:sp>
      <p:sp>
        <p:nvSpPr>
          <p:cNvPr id="128" name="Google Shape;128;p14"/>
          <p:cNvSpPr txBox="1"/>
          <p:nvPr>
            <p:ph idx="1" type="subTitle"/>
          </p:nvPr>
        </p:nvSpPr>
        <p:spPr>
          <a:xfrm>
            <a:off x="1485800" y="1628863"/>
            <a:ext cx="6172200" cy="1498200"/>
          </a:xfrm>
          <a:prstGeom prst="rect">
            <a:avLst/>
          </a:prstGeom>
          <a:noFill/>
        </p:spPr>
        <p:txBody>
          <a:bodyPr anchorCtr="0" anchor="b" bIns="91425" lIns="91425" spcFirstLastPara="1" rIns="91425" wrap="square" tIns="91425">
            <a:noAutofit/>
          </a:bodyPr>
          <a:lstStyle>
            <a:lvl1pPr lvl="0" rtl="0" algn="r">
              <a:lnSpc>
                <a:spcPct val="100000"/>
              </a:lnSpc>
              <a:spcBef>
                <a:spcPts val="0"/>
              </a:spcBef>
              <a:spcAft>
                <a:spcPts val="0"/>
              </a:spcAft>
              <a:buClr>
                <a:schemeClr val="lt1"/>
              </a:buClr>
              <a:buSzPts val="2500"/>
              <a:buNone/>
              <a:defRPr sz="2600">
                <a:solidFill>
                  <a:schemeClr val="lt1"/>
                </a:solidFill>
              </a:defRPr>
            </a:lvl1pPr>
            <a:lvl2pPr lvl="1" rtl="0" algn="ctr">
              <a:lnSpc>
                <a:spcPct val="100000"/>
              </a:lnSpc>
              <a:spcBef>
                <a:spcPts val="0"/>
              </a:spcBef>
              <a:spcAft>
                <a:spcPts val="0"/>
              </a:spcAft>
              <a:buClr>
                <a:schemeClr val="lt1"/>
              </a:buClr>
              <a:buSzPts val="2500"/>
              <a:buNone/>
              <a:defRPr sz="2500">
                <a:solidFill>
                  <a:schemeClr val="lt1"/>
                </a:solidFill>
              </a:defRPr>
            </a:lvl2pPr>
            <a:lvl3pPr lvl="2" rtl="0" algn="ctr">
              <a:lnSpc>
                <a:spcPct val="100000"/>
              </a:lnSpc>
              <a:spcBef>
                <a:spcPts val="0"/>
              </a:spcBef>
              <a:spcAft>
                <a:spcPts val="0"/>
              </a:spcAft>
              <a:buClr>
                <a:schemeClr val="lt1"/>
              </a:buClr>
              <a:buSzPts val="2500"/>
              <a:buNone/>
              <a:defRPr sz="2500">
                <a:solidFill>
                  <a:schemeClr val="lt1"/>
                </a:solidFill>
              </a:defRPr>
            </a:lvl3pPr>
            <a:lvl4pPr lvl="3" rtl="0" algn="ctr">
              <a:lnSpc>
                <a:spcPct val="100000"/>
              </a:lnSpc>
              <a:spcBef>
                <a:spcPts val="0"/>
              </a:spcBef>
              <a:spcAft>
                <a:spcPts val="0"/>
              </a:spcAft>
              <a:buClr>
                <a:schemeClr val="lt1"/>
              </a:buClr>
              <a:buSzPts val="2500"/>
              <a:buNone/>
              <a:defRPr sz="2500">
                <a:solidFill>
                  <a:schemeClr val="lt1"/>
                </a:solidFill>
              </a:defRPr>
            </a:lvl4pPr>
            <a:lvl5pPr lvl="4" rtl="0" algn="ctr">
              <a:lnSpc>
                <a:spcPct val="100000"/>
              </a:lnSpc>
              <a:spcBef>
                <a:spcPts val="0"/>
              </a:spcBef>
              <a:spcAft>
                <a:spcPts val="0"/>
              </a:spcAft>
              <a:buClr>
                <a:schemeClr val="lt1"/>
              </a:buClr>
              <a:buSzPts val="2500"/>
              <a:buNone/>
              <a:defRPr sz="2500">
                <a:solidFill>
                  <a:schemeClr val="lt1"/>
                </a:solidFill>
              </a:defRPr>
            </a:lvl5pPr>
            <a:lvl6pPr lvl="5" rtl="0" algn="ctr">
              <a:lnSpc>
                <a:spcPct val="100000"/>
              </a:lnSpc>
              <a:spcBef>
                <a:spcPts val="0"/>
              </a:spcBef>
              <a:spcAft>
                <a:spcPts val="0"/>
              </a:spcAft>
              <a:buClr>
                <a:schemeClr val="lt1"/>
              </a:buClr>
              <a:buSzPts val="2500"/>
              <a:buNone/>
              <a:defRPr sz="2500">
                <a:solidFill>
                  <a:schemeClr val="lt1"/>
                </a:solidFill>
              </a:defRPr>
            </a:lvl6pPr>
            <a:lvl7pPr lvl="6" rtl="0" algn="ctr">
              <a:lnSpc>
                <a:spcPct val="100000"/>
              </a:lnSpc>
              <a:spcBef>
                <a:spcPts val="0"/>
              </a:spcBef>
              <a:spcAft>
                <a:spcPts val="0"/>
              </a:spcAft>
              <a:buClr>
                <a:schemeClr val="lt1"/>
              </a:buClr>
              <a:buSzPts val="2500"/>
              <a:buNone/>
              <a:defRPr sz="2500">
                <a:solidFill>
                  <a:schemeClr val="lt1"/>
                </a:solidFill>
              </a:defRPr>
            </a:lvl7pPr>
            <a:lvl8pPr lvl="7" rtl="0" algn="ctr">
              <a:lnSpc>
                <a:spcPct val="100000"/>
              </a:lnSpc>
              <a:spcBef>
                <a:spcPts val="0"/>
              </a:spcBef>
              <a:spcAft>
                <a:spcPts val="0"/>
              </a:spcAft>
              <a:buClr>
                <a:schemeClr val="lt1"/>
              </a:buClr>
              <a:buSzPts val="2500"/>
              <a:buNone/>
              <a:defRPr sz="2500">
                <a:solidFill>
                  <a:schemeClr val="lt1"/>
                </a:solidFill>
              </a:defRPr>
            </a:lvl8pPr>
            <a:lvl9pPr lvl="8" rtl="0" algn="ctr">
              <a:lnSpc>
                <a:spcPct val="100000"/>
              </a:lnSpc>
              <a:spcBef>
                <a:spcPts val="0"/>
              </a:spcBef>
              <a:spcAft>
                <a:spcPts val="0"/>
              </a:spcAft>
              <a:buClr>
                <a:schemeClr val="lt1"/>
              </a:buClr>
              <a:buSzPts val="2500"/>
              <a:buNone/>
              <a:defRPr sz="2500">
                <a:solidFill>
                  <a:schemeClr val="lt1"/>
                </a:solidFill>
              </a:defRPr>
            </a:lvl9pPr>
          </a:lstStyle>
          <a:p/>
        </p:txBody>
      </p:sp>
      <p:pic>
        <p:nvPicPr>
          <p:cNvPr id="129" name="Google Shape;129;p14"/>
          <p:cNvPicPr preferRelativeResize="0"/>
          <p:nvPr/>
        </p:nvPicPr>
        <p:blipFill rotWithShape="1">
          <a:blip r:embed="rId3">
            <a:alphaModFix amt="75000"/>
          </a:blip>
          <a:srcRect b="0" l="0" r="0" t="0"/>
          <a:stretch/>
        </p:blipFill>
        <p:spPr>
          <a:xfrm>
            <a:off x="-1436100" y="-758750"/>
            <a:ext cx="6816174" cy="4220351"/>
          </a:xfrm>
          <a:prstGeom prst="rect">
            <a:avLst/>
          </a:prstGeom>
          <a:noFill/>
          <a:ln>
            <a:noFill/>
          </a:ln>
        </p:spPr>
      </p:pic>
      <p:pic>
        <p:nvPicPr>
          <p:cNvPr id="130" name="Google Shape;130;p14"/>
          <p:cNvPicPr preferRelativeResize="0"/>
          <p:nvPr/>
        </p:nvPicPr>
        <p:blipFill rotWithShape="1">
          <a:blip r:embed="rId3">
            <a:alphaModFix amt="75000"/>
          </a:blip>
          <a:srcRect b="0" l="-60" r="0" t="537"/>
          <a:stretch/>
        </p:blipFill>
        <p:spPr>
          <a:xfrm rot="-10799997">
            <a:off x="4648077" y="1876429"/>
            <a:ext cx="5772273" cy="355281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_2">
    <p:spTree>
      <p:nvGrpSpPr>
        <p:cNvPr id="131" name="Shape 131"/>
        <p:cNvGrpSpPr/>
        <p:nvPr/>
      </p:nvGrpSpPr>
      <p:grpSpPr>
        <a:xfrm>
          <a:off x="0" y="0"/>
          <a:ext cx="0" cy="0"/>
          <a:chOff x="0" y="0"/>
          <a:chExt cx="0" cy="0"/>
        </a:xfrm>
      </p:grpSpPr>
      <p:pic>
        <p:nvPicPr>
          <p:cNvPr id="132" name="Google Shape;132;p15"/>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133" name="Google Shape;133;p1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5"/>
          <p:cNvSpPr txBox="1"/>
          <p:nvPr>
            <p:ph type="title"/>
          </p:nvPr>
        </p:nvSpPr>
        <p:spPr>
          <a:xfrm>
            <a:off x="964750" y="1536350"/>
            <a:ext cx="2947500" cy="55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5"/>
          <p:cNvSpPr txBox="1"/>
          <p:nvPr>
            <p:ph idx="1" type="subTitle"/>
          </p:nvPr>
        </p:nvSpPr>
        <p:spPr>
          <a:xfrm rot="350">
            <a:off x="964550" y="2381675"/>
            <a:ext cx="2947500" cy="14046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1400"/>
              <a:buNone/>
              <a:defRPr sz="1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38" name="Google Shape;138;p15"/>
          <p:cNvPicPr preferRelativeResize="0"/>
          <p:nvPr/>
        </p:nvPicPr>
        <p:blipFill rotWithShape="1">
          <a:blip r:embed="rId3">
            <a:alphaModFix amt="75000"/>
          </a:blip>
          <a:srcRect b="0" l="20572" r="0" t="8876"/>
          <a:stretch/>
        </p:blipFill>
        <p:spPr>
          <a:xfrm rot="10800000">
            <a:off x="4713096" y="1967777"/>
            <a:ext cx="4497577" cy="3194774"/>
          </a:xfrm>
          <a:prstGeom prst="rect">
            <a:avLst/>
          </a:prstGeom>
          <a:noFill/>
          <a:ln>
            <a:noFill/>
          </a:ln>
        </p:spPr>
      </p:pic>
      <p:pic>
        <p:nvPicPr>
          <p:cNvPr id="139" name="Google Shape;139;p15"/>
          <p:cNvPicPr preferRelativeResize="0"/>
          <p:nvPr/>
        </p:nvPicPr>
        <p:blipFill rotWithShape="1">
          <a:blip r:embed="rId3">
            <a:alphaModFix amt="75000"/>
          </a:blip>
          <a:srcRect b="0" l="20886" r="0" t="8232"/>
          <a:stretch/>
        </p:blipFill>
        <p:spPr>
          <a:xfrm rot="4">
            <a:off x="-66675" y="-190497"/>
            <a:ext cx="4563850" cy="32778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_1_1_1">
    <p:spTree>
      <p:nvGrpSpPr>
        <p:cNvPr id="140" name="Shape 140"/>
        <p:cNvGrpSpPr/>
        <p:nvPr/>
      </p:nvGrpSpPr>
      <p:grpSpPr>
        <a:xfrm>
          <a:off x="0" y="0"/>
          <a:ext cx="0" cy="0"/>
          <a:chOff x="0" y="0"/>
          <a:chExt cx="0" cy="0"/>
        </a:xfrm>
      </p:grpSpPr>
      <p:pic>
        <p:nvPicPr>
          <p:cNvPr id="141" name="Google Shape;141;p16"/>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142" name="Google Shape;142;p1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dk2"/>
              </a:buClr>
              <a:buSzPts val="1200"/>
              <a:buChar char="●"/>
              <a:defRPr b="1" sz="1200"/>
            </a:lvl1pPr>
            <a:lvl2pPr indent="-317500" lvl="1" marL="914400" rtl="0">
              <a:spcBef>
                <a:spcPts val="0"/>
              </a:spcBef>
              <a:spcAft>
                <a:spcPts val="0"/>
              </a:spcAft>
              <a:buClr>
                <a:schemeClr val="lt1"/>
              </a:buClr>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46" name="Google Shape;146;p16"/>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47" name="Google Shape;147;p16"/>
          <p:cNvPicPr preferRelativeResize="0"/>
          <p:nvPr/>
        </p:nvPicPr>
        <p:blipFill rotWithShape="1">
          <a:blip r:embed="rId3">
            <a:alphaModFix amt="75000"/>
          </a:blip>
          <a:srcRect b="0" l="0" r="0" t="0"/>
          <a:stretch/>
        </p:blipFill>
        <p:spPr>
          <a:xfrm rot="5400000">
            <a:off x="5369415" y="-442041"/>
            <a:ext cx="5662423" cy="3506001"/>
          </a:xfrm>
          <a:prstGeom prst="rect">
            <a:avLst/>
          </a:prstGeom>
          <a:noFill/>
          <a:ln>
            <a:noFill/>
          </a:ln>
        </p:spPr>
      </p:pic>
      <p:pic>
        <p:nvPicPr>
          <p:cNvPr id="148" name="Google Shape;148;p16"/>
          <p:cNvPicPr preferRelativeResize="0"/>
          <p:nvPr/>
        </p:nvPicPr>
        <p:blipFill rotWithShape="1">
          <a:blip r:embed="rId3">
            <a:alphaModFix amt="75000"/>
          </a:blip>
          <a:srcRect b="0" l="-60" r="0" t="537"/>
          <a:stretch/>
        </p:blipFill>
        <p:spPr>
          <a:xfrm rot="-5399997">
            <a:off x="-1828923" y="1781179"/>
            <a:ext cx="5772273" cy="355281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2">
    <p:spTree>
      <p:nvGrpSpPr>
        <p:cNvPr id="149" name="Shape 149"/>
        <p:cNvGrpSpPr/>
        <p:nvPr/>
      </p:nvGrpSpPr>
      <p:grpSpPr>
        <a:xfrm>
          <a:off x="0" y="0"/>
          <a:ext cx="0" cy="0"/>
          <a:chOff x="0" y="0"/>
          <a:chExt cx="0" cy="0"/>
        </a:xfrm>
      </p:grpSpPr>
      <p:pic>
        <p:nvPicPr>
          <p:cNvPr id="150" name="Google Shape;150;p17"/>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151" name="Google Shape;151;p17"/>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7"/>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7"/>
          <p:cNvSpPr txBox="1"/>
          <p:nvPr>
            <p:ph idx="1" type="body"/>
          </p:nvPr>
        </p:nvSpPr>
        <p:spPr>
          <a:xfrm>
            <a:off x="713225" y="1475125"/>
            <a:ext cx="7717500" cy="312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5" name="Google Shape;155;p17"/>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56" name="Google Shape;156;p17"/>
          <p:cNvPicPr preferRelativeResize="0"/>
          <p:nvPr/>
        </p:nvPicPr>
        <p:blipFill rotWithShape="1">
          <a:blip r:embed="rId3">
            <a:alphaModFix amt="75000"/>
          </a:blip>
          <a:srcRect b="73706" l="-60" r="0" t="536"/>
          <a:stretch/>
        </p:blipFill>
        <p:spPr>
          <a:xfrm rot="5400003">
            <a:off x="-2495438" y="2110890"/>
            <a:ext cx="5461376" cy="870545"/>
          </a:xfrm>
          <a:prstGeom prst="rect">
            <a:avLst/>
          </a:prstGeom>
          <a:noFill/>
          <a:ln>
            <a:noFill/>
          </a:ln>
        </p:spPr>
      </p:pic>
      <p:pic>
        <p:nvPicPr>
          <p:cNvPr id="157" name="Google Shape;157;p17"/>
          <p:cNvPicPr preferRelativeResize="0"/>
          <p:nvPr/>
        </p:nvPicPr>
        <p:blipFill rotWithShape="1">
          <a:blip r:embed="rId3">
            <a:alphaModFix amt="75000"/>
          </a:blip>
          <a:srcRect b="73706" l="-60" r="0" t="536"/>
          <a:stretch/>
        </p:blipFill>
        <p:spPr>
          <a:xfrm rot="-5399997">
            <a:off x="6178013" y="2110891"/>
            <a:ext cx="5461376" cy="87054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
    <p:spTree>
      <p:nvGrpSpPr>
        <p:cNvPr id="158" name="Shape 158"/>
        <p:cNvGrpSpPr/>
        <p:nvPr/>
      </p:nvGrpSpPr>
      <p:grpSpPr>
        <a:xfrm>
          <a:off x="0" y="0"/>
          <a:ext cx="0" cy="0"/>
          <a:chOff x="0" y="0"/>
          <a:chExt cx="0" cy="0"/>
        </a:xfrm>
      </p:grpSpPr>
      <p:pic>
        <p:nvPicPr>
          <p:cNvPr id="159" name="Google Shape;159;p18"/>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160" name="Google Shape;160;p18"/>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8"/>
          <p:cNvSpPr txBox="1"/>
          <p:nvPr>
            <p:ph type="title"/>
          </p:nvPr>
        </p:nvSpPr>
        <p:spPr>
          <a:xfrm rot="-1114">
            <a:off x="726775" y="2183450"/>
            <a:ext cx="2778300" cy="827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62" name="Google Shape;162;p18"/>
          <p:cNvSpPr txBox="1"/>
          <p:nvPr>
            <p:ph idx="1" type="subTitle"/>
          </p:nvPr>
        </p:nvSpPr>
        <p:spPr>
          <a:xfrm rot="371">
            <a:off x="726775" y="2991552"/>
            <a:ext cx="2778300" cy="4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3" name="Google Shape;163;p18"/>
          <p:cNvSpPr txBox="1"/>
          <p:nvPr>
            <p:ph idx="2" type="title"/>
          </p:nvPr>
        </p:nvSpPr>
        <p:spPr>
          <a:xfrm>
            <a:off x="3189587" y="3304275"/>
            <a:ext cx="27783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64" name="Google Shape;164;p18"/>
          <p:cNvSpPr txBox="1"/>
          <p:nvPr>
            <p:ph idx="3" type="subTitle"/>
          </p:nvPr>
        </p:nvSpPr>
        <p:spPr>
          <a:xfrm>
            <a:off x="3189587" y="4114925"/>
            <a:ext cx="2778300" cy="48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5" name="Google Shape;165;p18"/>
          <p:cNvSpPr txBox="1"/>
          <p:nvPr>
            <p:ph idx="4" type="title"/>
          </p:nvPr>
        </p:nvSpPr>
        <p:spPr>
          <a:xfrm>
            <a:off x="5652399" y="2182150"/>
            <a:ext cx="27783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66" name="Google Shape;166;p18"/>
          <p:cNvSpPr txBox="1"/>
          <p:nvPr>
            <p:ph idx="5" type="subTitle"/>
          </p:nvPr>
        </p:nvSpPr>
        <p:spPr>
          <a:xfrm>
            <a:off x="5652399" y="2991875"/>
            <a:ext cx="2778300" cy="4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7" name="Google Shape;167;p18"/>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8"/>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9" name="Google Shape;169;p18"/>
          <p:cNvPicPr preferRelativeResize="0"/>
          <p:nvPr/>
        </p:nvPicPr>
        <p:blipFill rotWithShape="1">
          <a:blip r:embed="rId3">
            <a:alphaModFix amt="75000"/>
          </a:blip>
          <a:srcRect b="0" l="16597" r="0" t="23395"/>
          <a:stretch/>
        </p:blipFill>
        <p:spPr>
          <a:xfrm rot="-5400000">
            <a:off x="-1349762" y="941737"/>
            <a:ext cx="5684874" cy="3233001"/>
          </a:xfrm>
          <a:prstGeom prst="rect">
            <a:avLst/>
          </a:prstGeom>
          <a:noFill/>
          <a:ln>
            <a:noFill/>
          </a:ln>
        </p:spPr>
      </p:pic>
      <p:pic>
        <p:nvPicPr>
          <p:cNvPr id="170" name="Google Shape;170;p18"/>
          <p:cNvPicPr preferRelativeResize="0"/>
          <p:nvPr/>
        </p:nvPicPr>
        <p:blipFill rotWithShape="1">
          <a:blip r:embed="rId3">
            <a:alphaModFix amt="75000"/>
          </a:blip>
          <a:srcRect b="0" l="23059" r="0" t="16269"/>
          <a:stretch/>
        </p:blipFill>
        <p:spPr>
          <a:xfrm rot="5400004">
            <a:off x="5600637" y="400113"/>
            <a:ext cx="4438774" cy="2990847"/>
          </a:xfrm>
          <a:prstGeom prst="rect">
            <a:avLst/>
          </a:prstGeom>
          <a:noFill/>
          <a:ln>
            <a:noFill/>
          </a:ln>
        </p:spPr>
      </p:pic>
      <p:sp>
        <p:nvSpPr>
          <p:cNvPr id="171" name="Google Shape;171;p18"/>
          <p:cNvSpPr txBox="1"/>
          <p:nvPr>
            <p:ph idx="6"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_1">
    <p:spTree>
      <p:nvGrpSpPr>
        <p:cNvPr id="172" name="Shape 172"/>
        <p:cNvGrpSpPr/>
        <p:nvPr/>
      </p:nvGrpSpPr>
      <p:grpSpPr>
        <a:xfrm>
          <a:off x="0" y="0"/>
          <a:ext cx="0" cy="0"/>
          <a:chOff x="0" y="0"/>
          <a:chExt cx="0" cy="0"/>
        </a:xfrm>
      </p:grpSpPr>
      <p:pic>
        <p:nvPicPr>
          <p:cNvPr id="173" name="Google Shape;173;p19"/>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174" name="Google Shape;174;p19"/>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9"/>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9"/>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9"/>
          <p:cNvSpPr txBox="1"/>
          <p:nvPr>
            <p:ph type="title"/>
          </p:nvPr>
        </p:nvSpPr>
        <p:spPr>
          <a:xfrm>
            <a:off x="1600200" y="1345325"/>
            <a:ext cx="5943600" cy="38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78" name="Google Shape;178;p19"/>
          <p:cNvSpPr txBox="1"/>
          <p:nvPr>
            <p:ph idx="1" type="subTitle"/>
          </p:nvPr>
        </p:nvSpPr>
        <p:spPr>
          <a:xfrm>
            <a:off x="1600200" y="1576824"/>
            <a:ext cx="5943600" cy="76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79" name="Google Shape;179;p19"/>
          <p:cNvSpPr txBox="1"/>
          <p:nvPr>
            <p:ph idx="2" type="title"/>
          </p:nvPr>
        </p:nvSpPr>
        <p:spPr>
          <a:xfrm>
            <a:off x="1600200" y="2491787"/>
            <a:ext cx="5943600" cy="38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80" name="Google Shape;180;p19"/>
          <p:cNvSpPr txBox="1"/>
          <p:nvPr>
            <p:ph idx="3" type="subTitle"/>
          </p:nvPr>
        </p:nvSpPr>
        <p:spPr>
          <a:xfrm>
            <a:off x="1600200" y="2721226"/>
            <a:ext cx="5943600" cy="78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1" name="Google Shape;181;p19"/>
          <p:cNvSpPr txBox="1"/>
          <p:nvPr>
            <p:ph idx="4" type="title"/>
          </p:nvPr>
        </p:nvSpPr>
        <p:spPr>
          <a:xfrm>
            <a:off x="1593425" y="3636142"/>
            <a:ext cx="5943600" cy="38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82" name="Google Shape;182;p19"/>
          <p:cNvSpPr txBox="1"/>
          <p:nvPr>
            <p:ph idx="5" type="subTitle"/>
          </p:nvPr>
        </p:nvSpPr>
        <p:spPr>
          <a:xfrm>
            <a:off x="1593425" y="3867801"/>
            <a:ext cx="5943600" cy="76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83" name="Google Shape;183;p19"/>
          <p:cNvPicPr preferRelativeResize="0"/>
          <p:nvPr/>
        </p:nvPicPr>
        <p:blipFill rotWithShape="1">
          <a:blip r:embed="rId3">
            <a:alphaModFix amt="75000"/>
          </a:blip>
          <a:srcRect b="66797" l="-60" r="0" t="536"/>
          <a:stretch/>
        </p:blipFill>
        <p:spPr>
          <a:xfrm rot="-5399997">
            <a:off x="5922077" y="1921653"/>
            <a:ext cx="5772273" cy="1166871"/>
          </a:xfrm>
          <a:prstGeom prst="rect">
            <a:avLst/>
          </a:prstGeom>
          <a:noFill/>
          <a:ln>
            <a:noFill/>
          </a:ln>
        </p:spPr>
      </p:pic>
      <p:pic>
        <p:nvPicPr>
          <p:cNvPr id="184" name="Google Shape;184;p19"/>
          <p:cNvPicPr preferRelativeResize="0"/>
          <p:nvPr/>
        </p:nvPicPr>
        <p:blipFill rotWithShape="1">
          <a:blip r:embed="rId3">
            <a:alphaModFix amt="75000"/>
          </a:blip>
          <a:srcRect b="66797" l="-60" r="0" t="536"/>
          <a:stretch/>
        </p:blipFill>
        <p:spPr>
          <a:xfrm rot="5400003">
            <a:off x="-2553948" y="1988316"/>
            <a:ext cx="5772273" cy="1166871"/>
          </a:xfrm>
          <a:prstGeom prst="rect">
            <a:avLst/>
          </a:prstGeom>
          <a:noFill/>
          <a:ln>
            <a:noFill/>
          </a:ln>
        </p:spPr>
      </p:pic>
      <p:sp>
        <p:nvSpPr>
          <p:cNvPr id="185" name="Google Shape;185;p19"/>
          <p:cNvSpPr txBox="1"/>
          <p:nvPr>
            <p:ph idx="6"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4_2">
    <p:spTree>
      <p:nvGrpSpPr>
        <p:cNvPr id="186" name="Shape 186"/>
        <p:cNvGrpSpPr/>
        <p:nvPr/>
      </p:nvGrpSpPr>
      <p:grpSpPr>
        <a:xfrm>
          <a:off x="0" y="0"/>
          <a:ext cx="0" cy="0"/>
          <a:chOff x="0" y="0"/>
          <a:chExt cx="0" cy="0"/>
        </a:xfrm>
      </p:grpSpPr>
      <p:pic>
        <p:nvPicPr>
          <p:cNvPr id="187" name="Google Shape;187;p20"/>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188" name="Google Shape;188;p20"/>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0"/>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0"/>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0"/>
          <p:cNvSpPr txBox="1"/>
          <p:nvPr>
            <p:ph idx="1" type="subTitle"/>
          </p:nvPr>
        </p:nvSpPr>
        <p:spPr>
          <a:xfrm>
            <a:off x="2109048" y="1553404"/>
            <a:ext cx="2315400" cy="457200"/>
          </a:xfrm>
          <a:prstGeom prst="rect">
            <a:avLst/>
          </a:prstGeom>
        </p:spPr>
        <p:txBody>
          <a:bodyPr anchorCtr="0" anchor="b" bIns="91425" lIns="91425" spcFirstLastPara="1" rIns="91425" wrap="square" tIns="91425">
            <a:noAutofit/>
          </a:bodyPr>
          <a:lstStyle>
            <a:lvl1pPr lvl="0" rtl="0">
              <a:spcBef>
                <a:spcPts val="0"/>
              </a:spcBef>
              <a:spcAft>
                <a:spcPts val="0"/>
              </a:spcAft>
              <a:buNone/>
              <a:defRPr sz="2000">
                <a:solidFill>
                  <a:schemeClr val="accent1"/>
                </a:solidFill>
                <a:latin typeface="Audiowide"/>
                <a:ea typeface="Audiowide"/>
                <a:cs typeface="Audiowide"/>
                <a:sym typeface="Audiowide"/>
              </a:defRPr>
            </a:lvl1pPr>
            <a:lvl2pPr lvl="1" rtl="0">
              <a:spcBef>
                <a:spcPts val="0"/>
              </a:spcBef>
              <a:spcAft>
                <a:spcPts val="0"/>
              </a:spcAft>
              <a:buNone/>
              <a:defRPr sz="2000">
                <a:solidFill>
                  <a:schemeClr val="accent1"/>
                </a:solidFill>
                <a:latin typeface="Audiowide"/>
                <a:ea typeface="Audiowide"/>
                <a:cs typeface="Audiowide"/>
                <a:sym typeface="Audiowide"/>
              </a:defRPr>
            </a:lvl2pPr>
            <a:lvl3pPr lvl="2" rtl="0">
              <a:spcBef>
                <a:spcPts val="0"/>
              </a:spcBef>
              <a:spcAft>
                <a:spcPts val="0"/>
              </a:spcAft>
              <a:buNone/>
              <a:defRPr sz="2000">
                <a:solidFill>
                  <a:schemeClr val="accent1"/>
                </a:solidFill>
                <a:latin typeface="Audiowide"/>
                <a:ea typeface="Audiowide"/>
                <a:cs typeface="Audiowide"/>
                <a:sym typeface="Audiowide"/>
              </a:defRPr>
            </a:lvl3pPr>
            <a:lvl4pPr lvl="3" rtl="0">
              <a:spcBef>
                <a:spcPts val="0"/>
              </a:spcBef>
              <a:spcAft>
                <a:spcPts val="0"/>
              </a:spcAft>
              <a:buNone/>
              <a:defRPr sz="2000">
                <a:solidFill>
                  <a:schemeClr val="accent1"/>
                </a:solidFill>
                <a:latin typeface="Audiowide"/>
                <a:ea typeface="Audiowide"/>
                <a:cs typeface="Audiowide"/>
                <a:sym typeface="Audiowide"/>
              </a:defRPr>
            </a:lvl4pPr>
            <a:lvl5pPr lvl="4" rtl="0">
              <a:spcBef>
                <a:spcPts val="0"/>
              </a:spcBef>
              <a:spcAft>
                <a:spcPts val="0"/>
              </a:spcAft>
              <a:buNone/>
              <a:defRPr sz="2000">
                <a:solidFill>
                  <a:schemeClr val="accent1"/>
                </a:solidFill>
                <a:latin typeface="Audiowide"/>
                <a:ea typeface="Audiowide"/>
                <a:cs typeface="Audiowide"/>
                <a:sym typeface="Audiowide"/>
              </a:defRPr>
            </a:lvl5pPr>
            <a:lvl6pPr lvl="5" rtl="0">
              <a:spcBef>
                <a:spcPts val="0"/>
              </a:spcBef>
              <a:spcAft>
                <a:spcPts val="0"/>
              </a:spcAft>
              <a:buNone/>
              <a:defRPr sz="2000">
                <a:solidFill>
                  <a:schemeClr val="accent1"/>
                </a:solidFill>
                <a:latin typeface="Audiowide"/>
                <a:ea typeface="Audiowide"/>
                <a:cs typeface="Audiowide"/>
                <a:sym typeface="Audiowide"/>
              </a:defRPr>
            </a:lvl6pPr>
            <a:lvl7pPr lvl="6" rtl="0">
              <a:spcBef>
                <a:spcPts val="0"/>
              </a:spcBef>
              <a:spcAft>
                <a:spcPts val="0"/>
              </a:spcAft>
              <a:buNone/>
              <a:defRPr sz="2000">
                <a:solidFill>
                  <a:schemeClr val="accent1"/>
                </a:solidFill>
                <a:latin typeface="Audiowide"/>
                <a:ea typeface="Audiowide"/>
                <a:cs typeface="Audiowide"/>
                <a:sym typeface="Audiowide"/>
              </a:defRPr>
            </a:lvl7pPr>
            <a:lvl8pPr lvl="7" rtl="0">
              <a:spcBef>
                <a:spcPts val="0"/>
              </a:spcBef>
              <a:spcAft>
                <a:spcPts val="0"/>
              </a:spcAft>
              <a:buNone/>
              <a:defRPr sz="2000">
                <a:solidFill>
                  <a:schemeClr val="accent1"/>
                </a:solidFill>
                <a:latin typeface="Audiowide"/>
                <a:ea typeface="Audiowide"/>
                <a:cs typeface="Audiowide"/>
                <a:sym typeface="Audiowide"/>
              </a:defRPr>
            </a:lvl8pPr>
            <a:lvl9pPr lvl="8" rtl="0">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192" name="Google Shape;192;p20"/>
          <p:cNvSpPr txBox="1"/>
          <p:nvPr>
            <p:ph idx="2" type="subTitle"/>
          </p:nvPr>
        </p:nvSpPr>
        <p:spPr>
          <a:xfrm>
            <a:off x="2109047" y="1915655"/>
            <a:ext cx="2315400" cy="4845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193" name="Google Shape;193;p20"/>
          <p:cNvSpPr txBox="1"/>
          <p:nvPr>
            <p:ph idx="3" type="subTitle"/>
          </p:nvPr>
        </p:nvSpPr>
        <p:spPr>
          <a:xfrm>
            <a:off x="4708749" y="1553404"/>
            <a:ext cx="2326200" cy="457200"/>
          </a:xfrm>
          <a:prstGeom prst="rect">
            <a:avLst/>
          </a:prstGeom>
        </p:spPr>
        <p:txBody>
          <a:bodyPr anchorCtr="0" anchor="b" bIns="91425" lIns="91425" spcFirstLastPara="1" rIns="91425" wrap="square" tIns="91425">
            <a:noAutofit/>
          </a:bodyPr>
          <a:lstStyle>
            <a:lvl1pPr lvl="0" rtl="0" algn="r">
              <a:spcBef>
                <a:spcPts val="0"/>
              </a:spcBef>
              <a:spcAft>
                <a:spcPts val="0"/>
              </a:spcAft>
              <a:buNone/>
              <a:defRPr sz="2000">
                <a:solidFill>
                  <a:schemeClr val="accent1"/>
                </a:solidFill>
                <a:latin typeface="Audiowide"/>
                <a:ea typeface="Audiowide"/>
                <a:cs typeface="Audiowide"/>
                <a:sym typeface="Audiowide"/>
              </a:defRPr>
            </a:lvl1pPr>
            <a:lvl2pPr lvl="1" rtl="0" algn="r">
              <a:spcBef>
                <a:spcPts val="0"/>
              </a:spcBef>
              <a:spcAft>
                <a:spcPts val="0"/>
              </a:spcAft>
              <a:buNone/>
              <a:defRPr sz="2000">
                <a:solidFill>
                  <a:schemeClr val="accent1"/>
                </a:solidFill>
                <a:latin typeface="Audiowide"/>
                <a:ea typeface="Audiowide"/>
                <a:cs typeface="Audiowide"/>
                <a:sym typeface="Audiowide"/>
              </a:defRPr>
            </a:lvl2pPr>
            <a:lvl3pPr lvl="2" rtl="0" algn="r">
              <a:spcBef>
                <a:spcPts val="0"/>
              </a:spcBef>
              <a:spcAft>
                <a:spcPts val="0"/>
              </a:spcAft>
              <a:buNone/>
              <a:defRPr sz="2000">
                <a:solidFill>
                  <a:schemeClr val="accent1"/>
                </a:solidFill>
                <a:latin typeface="Audiowide"/>
                <a:ea typeface="Audiowide"/>
                <a:cs typeface="Audiowide"/>
                <a:sym typeface="Audiowide"/>
              </a:defRPr>
            </a:lvl3pPr>
            <a:lvl4pPr lvl="3" rtl="0" algn="r">
              <a:spcBef>
                <a:spcPts val="0"/>
              </a:spcBef>
              <a:spcAft>
                <a:spcPts val="0"/>
              </a:spcAft>
              <a:buNone/>
              <a:defRPr sz="2000">
                <a:solidFill>
                  <a:schemeClr val="accent1"/>
                </a:solidFill>
                <a:latin typeface="Audiowide"/>
                <a:ea typeface="Audiowide"/>
                <a:cs typeface="Audiowide"/>
                <a:sym typeface="Audiowide"/>
              </a:defRPr>
            </a:lvl4pPr>
            <a:lvl5pPr lvl="4" rtl="0" algn="r">
              <a:spcBef>
                <a:spcPts val="0"/>
              </a:spcBef>
              <a:spcAft>
                <a:spcPts val="0"/>
              </a:spcAft>
              <a:buNone/>
              <a:defRPr sz="2000">
                <a:solidFill>
                  <a:schemeClr val="accent1"/>
                </a:solidFill>
                <a:latin typeface="Audiowide"/>
                <a:ea typeface="Audiowide"/>
                <a:cs typeface="Audiowide"/>
                <a:sym typeface="Audiowide"/>
              </a:defRPr>
            </a:lvl5pPr>
            <a:lvl6pPr lvl="5" rtl="0" algn="r">
              <a:spcBef>
                <a:spcPts val="0"/>
              </a:spcBef>
              <a:spcAft>
                <a:spcPts val="0"/>
              </a:spcAft>
              <a:buNone/>
              <a:defRPr sz="2000">
                <a:solidFill>
                  <a:schemeClr val="accent1"/>
                </a:solidFill>
                <a:latin typeface="Audiowide"/>
                <a:ea typeface="Audiowide"/>
                <a:cs typeface="Audiowide"/>
                <a:sym typeface="Audiowide"/>
              </a:defRPr>
            </a:lvl6pPr>
            <a:lvl7pPr lvl="6" rtl="0" algn="r">
              <a:spcBef>
                <a:spcPts val="0"/>
              </a:spcBef>
              <a:spcAft>
                <a:spcPts val="0"/>
              </a:spcAft>
              <a:buNone/>
              <a:defRPr sz="2000">
                <a:solidFill>
                  <a:schemeClr val="accent1"/>
                </a:solidFill>
                <a:latin typeface="Audiowide"/>
                <a:ea typeface="Audiowide"/>
                <a:cs typeface="Audiowide"/>
                <a:sym typeface="Audiowide"/>
              </a:defRPr>
            </a:lvl7pPr>
            <a:lvl8pPr lvl="7" rtl="0" algn="r">
              <a:spcBef>
                <a:spcPts val="0"/>
              </a:spcBef>
              <a:spcAft>
                <a:spcPts val="0"/>
              </a:spcAft>
              <a:buNone/>
              <a:defRPr sz="2000">
                <a:solidFill>
                  <a:schemeClr val="accent1"/>
                </a:solidFill>
                <a:latin typeface="Audiowide"/>
                <a:ea typeface="Audiowide"/>
                <a:cs typeface="Audiowide"/>
                <a:sym typeface="Audiowide"/>
              </a:defRPr>
            </a:lvl8pPr>
            <a:lvl9pPr lvl="8" rtl="0" algn="r">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194" name="Google Shape;194;p20"/>
          <p:cNvSpPr txBox="1"/>
          <p:nvPr>
            <p:ph idx="4" type="subTitle"/>
          </p:nvPr>
        </p:nvSpPr>
        <p:spPr>
          <a:xfrm>
            <a:off x="4708753" y="1915655"/>
            <a:ext cx="2326200" cy="4845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solidFill>
                  <a:schemeClr val="lt1"/>
                </a:solidFill>
              </a:defRPr>
            </a:lvl1pPr>
            <a:lvl2pPr lvl="1" rtl="0" algn="r">
              <a:spcBef>
                <a:spcPts val="0"/>
              </a:spcBef>
              <a:spcAft>
                <a:spcPts val="0"/>
              </a:spcAft>
              <a:buNone/>
              <a:defRPr>
                <a:solidFill>
                  <a:schemeClr val="lt1"/>
                </a:solidFill>
              </a:defRPr>
            </a:lvl2pPr>
            <a:lvl3pPr lvl="2" rtl="0" algn="r">
              <a:spcBef>
                <a:spcPts val="0"/>
              </a:spcBef>
              <a:spcAft>
                <a:spcPts val="0"/>
              </a:spcAft>
              <a:buNone/>
              <a:defRPr>
                <a:solidFill>
                  <a:schemeClr val="lt1"/>
                </a:solidFill>
              </a:defRPr>
            </a:lvl3pPr>
            <a:lvl4pPr lvl="3" rtl="0" algn="r">
              <a:spcBef>
                <a:spcPts val="0"/>
              </a:spcBef>
              <a:spcAft>
                <a:spcPts val="0"/>
              </a:spcAft>
              <a:buNone/>
              <a:defRPr>
                <a:solidFill>
                  <a:schemeClr val="lt1"/>
                </a:solidFill>
              </a:defRPr>
            </a:lvl4pPr>
            <a:lvl5pPr lvl="4" rtl="0" algn="r">
              <a:spcBef>
                <a:spcPts val="0"/>
              </a:spcBef>
              <a:spcAft>
                <a:spcPts val="0"/>
              </a:spcAft>
              <a:buNone/>
              <a:defRPr>
                <a:solidFill>
                  <a:schemeClr val="lt1"/>
                </a:solidFill>
              </a:defRPr>
            </a:lvl5pPr>
            <a:lvl6pPr lvl="5" rtl="0" algn="r">
              <a:spcBef>
                <a:spcPts val="0"/>
              </a:spcBef>
              <a:spcAft>
                <a:spcPts val="0"/>
              </a:spcAft>
              <a:buNone/>
              <a:defRPr>
                <a:solidFill>
                  <a:schemeClr val="lt1"/>
                </a:solidFill>
              </a:defRPr>
            </a:lvl6pPr>
            <a:lvl7pPr lvl="6" rtl="0" algn="r">
              <a:spcBef>
                <a:spcPts val="0"/>
              </a:spcBef>
              <a:spcAft>
                <a:spcPts val="0"/>
              </a:spcAft>
              <a:buNone/>
              <a:defRPr>
                <a:solidFill>
                  <a:schemeClr val="lt1"/>
                </a:solidFill>
              </a:defRPr>
            </a:lvl7pPr>
            <a:lvl8pPr lvl="7" rtl="0" algn="r">
              <a:spcBef>
                <a:spcPts val="0"/>
              </a:spcBef>
              <a:spcAft>
                <a:spcPts val="0"/>
              </a:spcAft>
              <a:buNone/>
              <a:defRPr>
                <a:solidFill>
                  <a:schemeClr val="lt1"/>
                </a:solidFill>
              </a:defRPr>
            </a:lvl8pPr>
            <a:lvl9pPr lvl="8" rtl="0" algn="r">
              <a:spcBef>
                <a:spcPts val="0"/>
              </a:spcBef>
              <a:spcAft>
                <a:spcPts val="0"/>
              </a:spcAft>
              <a:buNone/>
              <a:defRPr>
                <a:solidFill>
                  <a:schemeClr val="lt1"/>
                </a:solidFill>
              </a:defRPr>
            </a:lvl9pPr>
          </a:lstStyle>
          <a:p/>
        </p:txBody>
      </p:sp>
      <p:sp>
        <p:nvSpPr>
          <p:cNvPr id="195" name="Google Shape;195;p20"/>
          <p:cNvSpPr txBox="1"/>
          <p:nvPr>
            <p:ph idx="5" type="subTitle"/>
          </p:nvPr>
        </p:nvSpPr>
        <p:spPr>
          <a:xfrm>
            <a:off x="2109048" y="3102807"/>
            <a:ext cx="2313300" cy="457200"/>
          </a:xfrm>
          <a:prstGeom prst="rect">
            <a:avLst/>
          </a:prstGeom>
        </p:spPr>
        <p:txBody>
          <a:bodyPr anchorCtr="0" anchor="b" bIns="91425" lIns="91425" spcFirstLastPara="1" rIns="91425" wrap="square" tIns="91425">
            <a:noAutofit/>
          </a:bodyPr>
          <a:lstStyle>
            <a:lvl1pPr lvl="0" rtl="0">
              <a:spcBef>
                <a:spcPts val="0"/>
              </a:spcBef>
              <a:spcAft>
                <a:spcPts val="0"/>
              </a:spcAft>
              <a:buNone/>
              <a:defRPr sz="2000">
                <a:solidFill>
                  <a:schemeClr val="accent1"/>
                </a:solidFill>
                <a:latin typeface="Audiowide"/>
                <a:ea typeface="Audiowide"/>
                <a:cs typeface="Audiowide"/>
                <a:sym typeface="Audiowide"/>
              </a:defRPr>
            </a:lvl1pPr>
            <a:lvl2pPr lvl="1" rtl="0">
              <a:spcBef>
                <a:spcPts val="0"/>
              </a:spcBef>
              <a:spcAft>
                <a:spcPts val="0"/>
              </a:spcAft>
              <a:buNone/>
              <a:defRPr sz="2000">
                <a:solidFill>
                  <a:schemeClr val="accent1"/>
                </a:solidFill>
                <a:latin typeface="Audiowide"/>
                <a:ea typeface="Audiowide"/>
                <a:cs typeface="Audiowide"/>
                <a:sym typeface="Audiowide"/>
              </a:defRPr>
            </a:lvl2pPr>
            <a:lvl3pPr lvl="2" rtl="0">
              <a:spcBef>
                <a:spcPts val="0"/>
              </a:spcBef>
              <a:spcAft>
                <a:spcPts val="0"/>
              </a:spcAft>
              <a:buNone/>
              <a:defRPr sz="2000">
                <a:solidFill>
                  <a:schemeClr val="accent1"/>
                </a:solidFill>
                <a:latin typeface="Audiowide"/>
                <a:ea typeface="Audiowide"/>
                <a:cs typeface="Audiowide"/>
                <a:sym typeface="Audiowide"/>
              </a:defRPr>
            </a:lvl3pPr>
            <a:lvl4pPr lvl="3" rtl="0">
              <a:spcBef>
                <a:spcPts val="0"/>
              </a:spcBef>
              <a:spcAft>
                <a:spcPts val="0"/>
              </a:spcAft>
              <a:buNone/>
              <a:defRPr sz="2000">
                <a:solidFill>
                  <a:schemeClr val="accent1"/>
                </a:solidFill>
                <a:latin typeface="Audiowide"/>
                <a:ea typeface="Audiowide"/>
                <a:cs typeface="Audiowide"/>
                <a:sym typeface="Audiowide"/>
              </a:defRPr>
            </a:lvl4pPr>
            <a:lvl5pPr lvl="4" rtl="0">
              <a:spcBef>
                <a:spcPts val="0"/>
              </a:spcBef>
              <a:spcAft>
                <a:spcPts val="0"/>
              </a:spcAft>
              <a:buNone/>
              <a:defRPr sz="2000">
                <a:solidFill>
                  <a:schemeClr val="accent1"/>
                </a:solidFill>
                <a:latin typeface="Audiowide"/>
                <a:ea typeface="Audiowide"/>
                <a:cs typeface="Audiowide"/>
                <a:sym typeface="Audiowide"/>
              </a:defRPr>
            </a:lvl5pPr>
            <a:lvl6pPr lvl="5" rtl="0">
              <a:spcBef>
                <a:spcPts val="0"/>
              </a:spcBef>
              <a:spcAft>
                <a:spcPts val="0"/>
              </a:spcAft>
              <a:buNone/>
              <a:defRPr sz="2000">
                <a:solidFill>
                  <a:schemeClr val="accent1"/>
                </a:solidFill>
                <a:latin typeface="Audiowide"/>
                <a:ea typeface="Audiowide"/>
                <a:cs typeface="Audiowide"/>
                <a:sym typeface="Audiowide"/>
              </a:defRPr>
            </a:lvl6pPr>
            <a:lvl7pPr lvl="6" rtl="0">
              <a:spcBef>
                <a:spcPts val="0"/>
              </a:spcBef>
              <a:spcAft>
                <a:spcPts val="0"/>
              </a:spcAft>
              <a:buNone/>
              <a:defRPr sz="2000">
                <a:solidFill>
                  <a:schemeClr val="accent1"/>
                </a:solidFill>
                <a:latin typeface="Audiowide"/>
                <a:ea typeface="Audiowide"/>
                <a:cs typeface="Audiowide"/>
                <a:sym typeface="Audiowide"/>
              </a:defRPr>
            </a:lvl7pPr>
            <a:lvl8pPr lvl="7" rtl="0">
              <a:spcBef>
                <a:spcPts val="0"/>
              </a:spcBef>
              <a:spcAft>
                <a:spcPts val="0"/>
              </a:spcAft>
              <a:buNone/>
              <a:defRPr sz="2000">
                <a:solidFill>
                  <a:schemeClr val="accent1"/>
                </a:solidFill>
                <a:latin typeface="Audiowide"/>
                <a:ea typeface="Audiowide"/>
                <a:cs typeface="Audiowide"/>
                <a:sym typeface="Audiowide"/>
              </a:defRPr>
            </a:lvl8pPr>
            <a:lvl9pPr lvl="8" rtl="0">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196" name="Google Shape;196;p20"/>
          <p:cNvSpPr txBox="1"/>
          <p:nvPr>
            <p:ph idx="6" type="subTitle"/>
          </p:nvPr>
        </p:nvSpPr>
        <p:spPr>
          <a:xfrm>
            <a:off x="2109047" y="3462836"/>
            <a:ext cx="2313300" cy="4845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197" name="Google Shape;197;p20"/>
          <p:cNvSpPr txBox="1"/>
          <p:nvPr>
            <p:ph idx="7" type="subTitle"/>
          </p:nvPr>
        </p:nvSpPr>
        <p:spPr>
          <a:xfrm>
            <a:off x="4708750" y="3102806"/>
            <a:ext cx="2326200" cy="457200"/>
          </a:xfrm>
          <a:prstGeom prst="rect">
            <a:avLst/>
          </a:prstGeom>
        </p:spPr>
        <p:txBody>
          <a:bodyPr anchorCtr="0" anchor="b" bIns="91425" lIns="91425" spcFirstLastPara="1" rIns="91425" wrap="square" tIns="91425">
            <a:noAutofit/>
          </a:bodyPr>
          <a:lstStyle>
            <a:lvl1pPr lvl="0" rtl="0" algn="r">
              <a:spcBef>
                <a:spcPts val="0"/>
              </a:spcBef>
              <a:spcAft>
                <a:spcPts val="0"/>
              </a:spcAft>
              <a:buNone/>
              <a:defRPr sz="2000">
                <a:solidFill>
                  <a:schemeClr val="accent1"/>
                </a:solidFill>
                <a:latin typeface="Audiowide"/>
                <a:ea typeface="Audiowide"/>
                <a:cs typeface="Audiowide"/>
                <a:sym typeface="Audiowide"/>
              </a:defRPr>
            </a:lvl1pPr>
            <a:lvl2pPr lvl="1" rtl="0" algn="r">
              <a:spcBef>
                <a:spcPts val="0"/>
              </a:spcBef>
              <a:spcAft>
                <a:spcPts val="0"/>
              </a:spcAft>
              <a:buNone/>
              <a:defRPr sz="2000">
                <a:solidFill>
                  <a:schemeClr val="accent1"/>
                </a:solidFill>
                <a:latin typeface="Audiowide"/>
                <a:ea typeface="Audiowide"/>
                <a:cs typeface="Audiowide"/>
                <a:sym typeface="Audiowide"/>
              </a:defRPr>
            </a:lvl2pPr>
            <a:lvl3pPr lvl="2" rtl="0" algn="r">
              <a:spcBef>
                <a:spcPts val="0"/>
              </a:spcBef>
              <a:spcAft>
                <a:spcPts val="0"/>
              </a:spcAft>
              <a:buNone/>
              <a:defRPr sz="2000">
                <a:solidFill>
                  <a:schemeClr val="accent1"/>
                </a:solidFill>
                <a:latin typeface="Audiowide"/>
                <a:ea typeface="Audiowide"/>
                <a:cs typeface="Audiowide"/>
                <a:sym typeface="Audiowide"/>
              </a:defRPr>
            </a:lvl3pPr>
            <a:lvl4pPr lvl="3" rtl="0" algn="r">
              <a:spcBef>
                <a:spcPts val="0"/>
              </a:spcBef>
              <a:spcAft>
                <a:spcPts val="0"/>
              </a:spcAft>
              <a:buNone/>
              <a:defRPr sz="2000">
                <a:solidFill>
                  <a:schemeClr val="accent1"/>
                </a:solidFill>
                <a:latin typeface="Audiowide"/>
                <a:ea typeface="Audiowide"/>
                <a:cs typeface="Audiowide"/>
                <a:sym typeface="Audiowide"/>
              </a:defRPr>
            </a:lvl4pPr>
            <a:lvl5pPr lvl="4" rtl="0" algn="r">
              <a:spcBef>
                <a:spcPts val="0"/>
              </a:spcBef>
              <a:spcAft>
                <a:spcPts val="0"/>
              </a:spcAft>
              <a:buNone/>
              <a:defRPr sz="2000">
                <a:solidFill>
                  <a:schemeClr val="accent1"/>
                </a:solidFill>
                <a:latin typeface="Audiowide"/>
                <a:ea typeface="Audiowide"/>
                <a:cs typeface="Audiowide"/>
                <a:sym typeface="Audiowide"/>
              </a:defRPr>
            </a:lvl5pPr>
            <a:lvl6pPr lvl="5" rtl="0" algn="r">
              <a:spcBef>
                <a:spcPts val="0"/>
              </a:spcBef>
              <a:spcAft>
                <a:spcPts val="0"/>
              </a:spcAft>
              <a:buNone/>
              <a:defRPr sz="2000">
                <a:solidFill>
                  <a:schemeClr val="accent1"/>
                </a:solidFill>
                <a:latin typeface="Audiowide"/>
                <a:ea typeface="Audiowide"/>
                <a:cs typeface="Audiowide"/>
                <a:sym typeface="Audiowide"/>
              </a:defRPr>
            </a:lvl6pPr>
            <a:lvl7pPr lvl="6" rtl="0" algn="r">
              <a:spcBef>
                <a:spcPts val="0"/>
              </a:spcBef>
              <a:spcAft>
                <a:spcPts val="0"/>
              </a:spcAft>
              <a:buNone/>
              <a:defRPr sz="2000">
                <a:solidFill>
                  <a:schemeClr val="accent1"/>
                </a:solidFill>
                <a:latin typeface="Audiowide"/>
                <a:ea typeface="Audiowide"/>
                <a:cs typeface="Audiowide"/>
                <a:sym typeface="Audiowide"/>
              </a:defRPr>
            </a:lvl7pPr>
            <a:lvl8pPr lvl="7" rtl="0" algn="r">
              <a:spcBef>
                <a:spcPts val="0"/>
              </a:spcBef>
              <a:spcAft>
                <a:spcPts val="0"/>
              </a:spcAft>
              <a:buNone/>
              <a:defRPr sz="2000">
                <a:solidFill>
                  <a:schemeClr val="accent1"/>
                </a:solidFill>
                <a:latin typeface="Audiowide"/>
                <a:ea typeface="Audiowide"/>
                <a:cs typeface="Audiowide"/>
                <a:sym typeface="Audiowide"/>
              </a:defRPr>
            </a:lvl8pPr>
            <a:lvl9pPr lvl="8" rtl="0" algn="r">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198" name="Google Shape;198;p20"/>
          <p:cNvSpPr txBox="1"/>
          <p:nvPr>
            <p:ph idx="8" type="subTitle"/>
          </p:nvPr>
        </p:nvSpPr>
        <p:spPr>
          <a:xfrm>
            <a:off x="4708753" y="3462836"/>
            <a:ext cx="2326200" cy="4845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solidFill>
                  <a:schemeClr val="lt1"/>
                </a:solidFill>
              </a:defRPr>
            </a:lvl1pPr>
            <a:lvl2pPr lvl="1" rtl="0" algn="r">
              <a:spcBef>
                <a:spcPts val="0"/>
              </a:spcBef>
              <a:spcAft>
                <a:spcPts val="0"/>
              </a:spcAft>
              <a:buNone/>
              <a:defRPr>
                <a:solidFill>
                  <a:schemeClr val="lt1"/>
                </a:solidFill>
              </a:defRPr>
            </a:lvl2pPr>
            <a:lvl3pPr lvl="2" rtl="0" algn="r">
              <a:spcBef>
                <a:spcPts val="0"/>
              </a:spcBef>
              <a:spcAft>
                <a:spcPts val="0"/>
              </a:spcAft>
              <a:buNone/>
              <a:defRPr>
                <a:solidFill>
                  <a:schemeClr val="lt1"/>
                </a:solidFill>
              </a:defRPr>
            </a:lvl3pPr>
            <a:lvl4pPr lvl="3" rtl="0" algn="r">
              <a:spcBef>
                <a:spcPts val="0"/>
              </a:spcBef>
              <a:spcAft>
                <a:spcPts val="0"/>
              </a:spcAft>
              <a:buNone/>
              <a:defRPr>
                <a:solidFill>
                  <a:schemeClr val="lt1"/>
                </a:solidFill>
              </a:defRPr>
            </a:lvl4pPr>
            <a:lvl5pPr lvl="4" rtl="0" algn="r">
              <a:spcBef>
                <a:spcPts val="0"/>
              </a:spcBef>
              <a:spcAft>
                <a:spcPts val="0"/>
              </a:spcAft>
              <a:buNone/>
              <a:defRPr>
                <a:solidFill>
                  <a:schemeClr val="lt1"/>
                </a:solidFill>
              </a:defRPr>
            </a:lvl5pPr>
            <a:lvl6pPr lvl="5" rtl="0" algn="r">
              <a:spcBef>
                <a:spcPts val="0"/>
              </a:spcBef>
              <a:spcAft>
                <a:spcPts val="0"/>
              </a:spcAft>
              <a:buNone/>
              <a:defRPr>
                <a:solidFill>
                  <a:schemeClr val="lt1"/>
                </a:solidFill>
              </a:defRPr>
            </a:lvl6pPr>
            <a:lvl7pPr lvl="6" rtl="0" algn="r">
              <a:spcBef>
                <a:spcPts val="0"/>
              </a:spcBef>
              <a:spcAft>
                <a:spcPts val="0"/>
              </a:spcAft>
              <a:buNone/>
              <a:defRPr>
                <a:solidFill>
                  <a:schemeClr val="lt1"/>
                </a:solidFill>
              </a:defRPr>
            </a:lvl7pPr>
            <a:lvl8pPr lvl="7" rtl="0" algn="r">
              <a:spcBef>
                <a:spcPts val="0"/>
              </a:spcBef>
              <a:spcAft>
                <a:spcPts val="0"/>
              </a:spcAft>
              <a:buNone/>
              <a:defRPr>
                <a:solidFill>
                  <a:schemeClr val="lt1"/>
                </a:solidFill>
              </a:defRPr>
            </a:lvl8pPr>
            <a:lvl9pPr lvl="8" rtl="0" algn="r">
              <a:spcBef>
                <a:spcPts val="0"/>
              </a:spcBef>
              <a:spcAft>
                <a:spcPts val="0"/>
              </a:spcAft>
              <a:buNone/>
              <a:defRPr>
                <a:solidFill>
                  <a:schemeClr val="lt1"/>
                </a:solidFill>
              </a:defRPr>
            </a:lvl9pPr>
          </a:lstStyle>
          <a:p/>
        </p:txBody>
      </p:sp>
      <p:sp>
        <p:nvSpPr>
          <p:cNvPr id="199" name="Google Shape;199;p20"/>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0" name="Google Shape;200;p20"/>
          <p:cNvPicPr preferRelativeResize="0"/>
          <p:nvPr/>
        </p:nvPicPr>
        <p:blipFill rotWithShape="1">
          <a:blip r:embed="rId3">
            <a:alphaModFix amt="75000"/>
          </a:blip>
          <a:srcRect b="0" l="23664" r="0" t="13300"/>
          <a:stretch/>
        </p:blipFill>
        <p:spPr>
          <a:xfrm>
            <a:off x="-142875" y="-308600"/>
            <a:ext cx="4171950" cy="2933699"/>
          </a:xfrm>
          <a:prstGeom prst="rect">
            <a:avLst/>
          </a:prstGeom>
          <a:noFill/>
          <a:ln>
            <a:noFill/>
          </a:ln>
        </p:spPr>
      </p:pic>
      <p:pic>
        <p:nvPicPr>
          <p:cNvPr id="201" name="Google Shape;201;p20"/>
          <p:cNvPicPr preferRelativeResize="0"/>
          <p:nvPr/>
        </p:nvPicPr>
        <p:blipFill rotWithShape="1">
          <a:blip r:embed="rId3">
            <a:alphaModFix amt="75000"/>
          </a:blip>
          <a:srcRect b="0" l="21334" r="0" t="3883"/>
          <a:stretch/>
        </p:blipFill>
        <p:spPr>
          <a:xfrm rot="-10799995">
            <a:off x="5587300" y="2451302"/>
            <a:ext cx="3747200" cy="283507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5">
    <p:spTree>
      <p:nvGrpSpPr>
        <p:cNvPr id="202" name="Shape 202"/>
        <p:cNvGrpSpPr/>
        <p:nvPr/>
      </p:nvGrpSpPr>
      <p:grpSpPr>
        <a:xfrm>
          <a:off x="0" y="0"/>
          <a:ext cx="0" cy="0"/>
          <a:chOff x="0" y="0"/>
          <a:chExt cx="0" cy="0"/>
        </a:xfrm>
      </p:grpSpPr>
      <p:pic>
        <p:nvPicPr>
          <p:cNvPr id="203" name="Google Shape;203;p21"/>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204" name="Google Shape;204;p21"/>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1"/>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1"/>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1"/>
          <p:cNvSpPr txBox="1"/>
          <p:nvPr>
            <p:ph type="title"/>
          </p:nvPr>
        </p:nvSpPr>
        <p:spPr>
          <a:xfrm>
            <a:off x="720000" y="174824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08" name="Google Shape;208;p21"/>
          <p:cNvSpPr txBox="1"/>
          <p:nvPr>
            <p:ph idx="1" type="subTitle"/>
          </p:nvPr>
        </p:nvSpPr>
        <p:spPr>
          <a:xfrm>
            <a:off x="720204" y="2019748"/>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9" name="Google Shape;209;p21"/>
          <p:cNvSpPr txBox="1"/>
          <p:nvPr>
            <p:ph idx="2" type="title"/>
          </p:nvPr>
        </p:nvSpPr>
        <p:spPr>
          <a:xfrm>
            <a:off x="3368276" y="174824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10" name="Google Shape;210;p21"/>
          <p:cNvSpPr txBox="1"/>
          <p:nvPr>
            <p:ph idx="3" type="subTitle"/>
          </p:nvPr>
        </p:nvSpPr>
        <p:spPr>
          <a:xfrm>
            <a:off x="3368275" y="2019748"/>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1" name="Google Shape;211;p21"/>
          <p:cNvSpPr txBox="1"/>
          <p:nvPr>
            <p:ph idx="4" type="title"/>
          </p:nvPr>
        </p:nvSpPr>
        <p:spPr>
          <a:xfrm>
            <a:off x="720204" y="323737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12" name="Google Shape;212;p21"/>
          <p:cNvSpPr txBox="1"/>
          <p:nvPr>
            <p:ph idx="5" type="subTitle"/>
          </p:nvPr>
        </p:nvSpPr>
        <p:spPr>
          <a:xfrm>
            <a:off x="720204" y="3509446"/>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3" name="Google Shape;213;p21"/>
          <p:cNvSpPr txBox="1"/>
          <p:nvPr>
            <p:ph idx="6" type="title"/>
          </p:nvPr>
        </p:nvSpPr>
        <p:spPr>
          <a:xfrm>
            <a:off x="3368276" y="323737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14" name="Google Shape;214;p21"/>
          <p:cNvSpPr txBox="1"/>
          <p:nvPr>
            <p:ph idx="7" type="subTitle"/>
          </p:nvPr>
        </p:nvSpPr>
        <p:spPr>
          <a:xfrm>
            <a:off x="3368275" y="3509446"/>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5" name="Google Shape;215;p21"/>
          <p:cNvSpPr txBox="1"/>
          <p:nvPr>
            <p:ph idx="8" type="title"/>
          </p:nvPr>
        </p:nvSpPr>
        <p:spPr>
          <a:xfrm>
            <a:off x="6000876" y="174824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16" name="Google Shape;216;p21"/>
          <p:cNvSpPr txBox="1"/>
          <p:nvPr>
            <p:ph idx="9" type="subTitle"/>
          </p:nvPr>
        </p:nvSpPr>
        <p:spPr>
          <a:xfrm>
            <a:off x="6000875" y="2019748"/>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7" name="Google Shape;217;p21"/>
          <p:cNvSpPr txBox="1"/>
          <p:nvPr>
            <p:ph idx="13" type="title"/>
          </p:nvPr>
        </p:nvSpPr>
        <p:spPr>
          <a:xfrm>
            <a:off x="6000876" y="3237376"/>
            <a:ext cx="2423100" cy="426900"/>
          </a:xfrm>
          <a:prstGeom prst="rect">
            <a:avLst/>
          </a:prstGeom>
        </p:spPr>
        <p:txBody>
          <a:bodyPr anchorCtr="0" anchor="b" bIns="91425" lIns="91425" spcFirstLastPara="1" rIns="91425" wrap="square" tIns="91425">
            <a:noAutofit/>
          </a:bodyPr>
          <a:lstStyle>
            <a:lvl1pPr lvl="0" rtl="0" algn="ctr">
              <a:lnSpc>
                <a:spcPct val="132352"/>
              </a:lnSpc>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18" name="Google Shape;218;p21"/>
          <p:cNvSpPr txBox="1"/>
          <p:nvPr>
            <p:ph idx="14" type="subTitle"/>
          </p:nvPr>
        </p:nvSpPr>
        <p:spPr>
          <a:xfrm>
            <a:off x="6000875" y="3509446"/>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9" name="Google Shape;219;p21"/>
          <p:cNvSpPr txBox="1"/>
          <p:nvPr>
            <p:ph idx="15"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0" name="Google Shape;220;p21"/>
          <p:cNvPicPr preferRelativeResize="0"/>
          <p:nvPr/>
        </p:nvPicPr>
        <p:blipFill rotWithShape="1">
          <a:blip r:embed="rId3">
            <a:alphaModFix amt="75000"/>
          </a:blip>
          <a:srcRect b="0" l="23148" r="0" t="15754"/>
          <a:stretch/>
        </p:blipFill>
        <p:spPr>
          <a:xfrm rot="5400000">
            <a:off x="5748539" y="489536"/>
            <a:ext cx="4351724" cy="2953549"/>
          </a:xfrm>
          <a:prstGeom prst="rect">
            <a:avLst/>
          </a:prstGeom>
          <a:noFill/>
          <a:ln>
            <a:noFill/>
          </a:ln>
        </p:spPr>
      </p:pic>
      <p:pic>
        <p:nvPicPr>
          <p:cNvPr id="221" name="Google Shape;221;p21"/>
          <p:cNvPicPr preferRelativeResize="0"/>
          <p:nvPr/>
        </p:nvPicPr>
        <p:blipFill rotWithShape="1">
          <a:blip r:embed="rId3">
            <a:alphaModFix amt="75000"/>
          </a:blip>
          <a:srcRect b="0" l="19672" r="0" t="17471"/>
          <a:stretch/>
        </p:blipFill>
        <p:spPr>
          <a:xfrm rot="-5399996">
            <a:off x="-957325" y="1514479"/>
            <a:ext cx="4633974" cy="2947919"/>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9">
    <p:spTree>
      <p:nvGrpSpPr>
        <p:cNvPr id="222" name="Shape 222"/>
        <p:cNvGrpSpPr/>
        <p:nvPr/>
      </p:nvGrpSpPr>
      <p:grpSpPr>
        <a:xfrm>
          <a:off x="0" y="0"/>
          <a:ext cx="0" cy="0"/>
          <a:chOff x="0" y="0"/>
          <a:chExt cx="0" cy="0"/>
        </a:xfrm>
      </p:grpSpPr>
      <p:pic>
        <p:nvPicPr>
          <p:cNvPr id="223" name="Google Shape;223;p22"/>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224" name="Google Shape;224;p2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2"/>
          <p:cNvSpPr txBox="1"/>
          <p:nvPr>
            <p:ph type="title"/>
          </p:nvPr>
        </p:nvSpPr>
        <p:spPr>
          <a:xfrm>
            <a:off x="867750" y="3269200"/>
            <a:ext cx="1841400" cy="36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28" name="Google Shape;228;p22"/>
          <p:cNvSpPr txBox="1"/>
          <p:nvPr>
            <p:ph idx="1" type="subTitle"/>
          </p:nvPr>
        </p:nvSpPr>
        <p:spPr>
          <a:xfrm>
            <a:off x="867750" y="3500976"/>
            <a:ext cx="1841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9" name="Google Shape;229;p22"/>
          <p:cNvSpPr txBox="1"/>
          <p:nvPr>
            <p:ph idx="2" type="title"/>
          </p:nvPr>
        </p:nvSpPr>
        <p:spPr>
          <a:xfrm>
            <a:off x="3651596" y="3269200"/>
            <a:ext cx="1841400" cy="36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30" name="Google Shape;230;p22"/>
          <p:cNvSpPr txBox="1"/>
          <p:nvPr>
            <p:ph idx="3" type="subTitle"/>
          </p:nvPr>
        </p:nvSpPr>
        <p:spPr>
          <a:xfrm>
            <a:off x="3651596" y="3500976"/>
            <a:ext cx="1841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1" name="Google Shape;231;p22"/>
          <p:cNvSpPr txBox="1"/>
          <p:nvPr>
            <p:ph idx="4" type="title"/>
          </p:nvPr>
        </p:nvSpPr>
        <p:spPr>
          <a:xfrm>
            <a:off x="6434843" y="3269200"/>
            <a:ext cx="1841400" cy="36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32" name="Google Shape;232;p22"/>
          <p:cNvSpPr txBox="1"/>
          <p:nvPr>
            <p:ph idx="5" type="subTitle"/>
          </p:nvPr>
        </p:nvSpPr>
        <p:spPr>
          <a:xfrm>
            <a:off x="6434843" y="3500976"/>
            <a:ext cx="1841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3" name="Google Shape;233;p22"/>
          <p:cNvSpPr txBox="1"/>
          <p:nvPr>
            <p:ph hasCustomPrompt="1" idx="6" type="title"/>
          </p:nvPr>
        </p:nvSpPr>
        <p:spPr>
          <a:xfrm>
            <a:off x="1316850" y="1989375"/>
            <a:ext cx="943200" cy="514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800"/>
              <a:buNone/>
              <a:defRPr sz="2000">
                <a:solidFill>
                  <a:schemeClr val="accent1"/>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34" name="Google Shape;234;p22"/>
          <p:cNvSpPr txBox="1"/>
          <p:nvPr>
            <p:ph hasCustomPrompt="1" idx="7" type="title"/>
          </p:nvPr>
        </p:nvSpPr>
        <p:spPr>
          <a:xfrm>
            <a:off x="4100400" y="1989375"/>
            <a:ext cx="943200" cy="514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800"/>
              <a:buNone/>
              <a:defRPr sz="2000">
                <a:solidFill>
                  <a:schemeClr val="accent1"/>
                </a:solidFill>
              </a:defRPr>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235" name="Google Shape;235;p22"/>
          <p:cNvSpPr txBox="1"/>
          <p:nvPr>
            <p:ph hasCustomPrompt="1" idx="8" type="title"/>
          </p:nvPr>
        </p:nvSpPr>
        <p:spPr>
          <a:xfrm>
            <a:off x="6883943" y="1989375"/>
            <a:ext cx="943200" cy="514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800"/>
              <a:buNone/>
              <a:defRPr sz="2000">
                <a:solidFill>
                  <a:schemeClr val="accent1"/>
                </a:solidFill>
              </a:defRPr>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236" name="Google Shape;236;p22"/>
          <p:cNvSpPr txBox="1"/>
          <p:nvPr>
            <p:ph idx="9"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7" name="Google Shape;237;p22"/>
          <p:cNvPicPr preferRelativeResize="0"/>
          <p:nvPr/>
        </p:nvPicPr>
        <p:blipFill rotWithShape="1">
          <a:blip r:embed="rId3">
            <a:alphaModFix amt="75000"/>
          </a:blip>
          <a:srcRect b="0" l="23313" r="0" t="17390"/>
          <a:stretch/>
        </p:blipFill>
        <p:spPr>
          <a:xfrm rot="5400000">
            <a:off x="5724725" y="522874"/>
            <a:ext cx="4342200" cy="2896400"/>
          </a:xfrm>
          <a:prstGeom prst="rect">
            <a:avLst/>
          </a:prstGeom>
          <a:noFill/>
          <a:ln>
            <a:noFill/>
          </a:ln>
        </p:spPr>
      </p:pic>
      <p:pic>
        <p:nvPicPr>
          <p:cNvPr id="238" name="Google Shape;238;p22"/>
          <p:cNvPicPr preferRelativeResize="0"/>
          <p:nvPr/>
        </p:nvPicPr>
        <p:blipFill rotWithShape="1">
          <a:blip r:embed="rId3">
            <a:alphaModFix amt="75000"/>
          </a:blip>
          <a:srcRect b="0" l="21489" r="0" t="20408"/>
          <a:stretch/>
        </p:blipFill>
        <p:spPr>
          <a:xfrm rot="-5399996">
            <a:off x="-852549" y="1514479"/>
            <a:ext cx="4529198" cy="284314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7">
    <p:spTree>
      <p:nvGrpSpPr>
        <p:cNvPr id="239" name="Shape 239"/>
        <p:cNvGrpSpPr/>
        <p:nvPr/>
      </p:nvGrpSpPr>
      <p:grpSpPr>
        <a:xfrm>
          <a:off x="0" y="0"/>
          <a:ext cx="0" cy="0"/>
          <a:chOff x="0" y="0"/>
          <a:chExt cx="0" cy="0"/>
        </a:xfrm>
      </p:grpSpPr>
      <p:pic>
        <p:nvPicPr>
          <p:cNvPr id="240" name="Google Shape;240;p23"/>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241" name="Google Shape;241;p2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3"/>
          <p:cNvSpPr txBox="1"/>
          <p:nvPr>
            <p:ph type="title"/>
          </p:nvPr>
        </p:nvSpPr>
        <p:spPr>
          <a:xfrm>
            <a:off x="721575" y="540775"/>
            <a:ext cx="7704000" cy="5727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45" name="Google Shape;245;p23"/>
          <p:cNvPicPr preferRelativeResize="0"/>
          <p:nvPr/>
        </p:nvPicPr>
        <p:blipFill rotWithShape="1">
          <a:blip r:embed="rId3">
            <a:alphaModFix amt="75000"/>
          </a:blip>
          <a:srcRect b="0" l="26205" r="0" t="0"/>
          <a:stretch/>
        </p:blipFill>
        <p:spPr>
          <a:xfrm rot="-5400000">
            <a:off x="-785911" y="1937192"/>
            <a:ext cx="3611223" cy="3030000"/>
          </a:xfrm>
          <a:prstGeom prst="rect">
            <a:avLst/>
          </a:prstGeom>
          <a:noFill/>
          <a:ln>
            <a:noFill/>
          </a:ln>
        </p:spPr>
      </p:pic>
      <p:pic>
        <p:nvPicPr>
          <p:cNvPr id="246" name="Google Shape;246;p23"/>
          <p:cNvPicPr preferRelativeResize="0"/>
          <p:nvPr/>
        </p:nvPicPr>
        <p:blipFill rotWithShape="1">
          <a:blip r:embed="rId3">
            <a:alphaModFix amt="75000"/>
          </a:blip>
          <a:srcRect b="0" l="26335" r="0" t="537"/>
          <a:stretch/>
        </p:blipFill>
        <p:spPr>
          <a:xfrm rot="5400005">
            <a:off x="6372987" y="109689"/>
            <a:ext cx="3429100" cy="286682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spTree>
      <p:nvGrpSpPr>
        <p:cNvPr id="247" name="Shape 247"/>
        <p:cNvGrpSpPr/>
        <p:nvPr/>
      </p:nvGrpSpPr>
      <p:grpSpPr>
        <a:xfrm>
          <a:off x="0" y="0"/>
          <a:ext cx="0" cy="0"/>
          <a:chOff x="0" y="0"/>
          <a:chExt cx="0" cy="0"/>
        </a:xfrm>
      </p:grpSpPr>
      <p:pic>
        <p:nvPicPr>
          <p:cNvPr id="248" name="Google Shape;248;p24"/>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249" name="Google Shape;249;p2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4"/>
          <p:cNvSpPr txBox="1"/>
          <p:nvPr>
            <p:ph type="ctrTitle"/>
          </p:nvPr>
        </p:nvSpPr>
        <p:spPr>
          <a:xfrm>
            <a:off x="2243613" y="573100"/>
            <a:ext cx="4661700" cy="115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200"/>
              <a:buNone/>
              <a:defRPr sz="7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53" name="Google Shape;253;p24"/>
          <p:cNvSpPr txBox="1"/>
          <p:nvPr>
            <p:ph idx="1" type="subTitle"/>
          </p:nvPr>
        </p:nvSpPr>
        <p:spPr>
          <a:xfrm>
            <a:off x="2243625" y="1723300"/>
            <a:ext cx="4661700" cy="1155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400"/>
              <a:buNone/>
              <a:defRPr sz="1600">
                <a:solidFill>
                  <a:schemeClr val="lt1"/>
                </a:solidFill>
              </a:defRPr>
            </a:lvl1pPr>
            <a:lvl2pPr lvl="1" rtl="0" algn="ctr">
              <a:lnSpc>
                <a:spcPct val="100000"/>
              </a:lnSpc>
              <a:spcBef>
                <a:spcPts val="0"/>
              </a:spcBef>
              <a:spcAft>
                <a:spcPts val="0"/>
              </a:spcAft>
              <a:buClr>
                <a:schemeClr val="lt1"/>
              </a:buClr>
              <a:buSzPts val="1800"/>
              <a:buNone/>
              <a:defRPr sz="1800">
                <a:solidFill>
                  <a:schemeClr val="lt1"/>
                </a:solidFill>
              </a:defRPr>
            </a:lvl2pPr>
            <a:lvl3pPr lvl="2" rtl="0" algn="ctr">
              <a:lnSpc>
                <a:spcPct val="100000"/>
              </a:lnSpc>
              <a:spcBef>
                <a:spcPts val="0"/>
              </a:spcBef>
              <a:spcAft>
                <a:spcPts val="0"/>
              </a:spcAft>
              <a:buClr>
                <a:schemeClr val="lt1"/>
              </a:buClr>
              <a:buSzPts val="1800"/>
              <a:buNone/>
              <a:defRPr sz="1800">
                <a:solidFill>
                  <a:schemeClr val="lt1"/>
                </a:solidFill>
              </a:defRPr>
            </a:lvl3pPr>
            <a:lvl4pPr lvl="3" rtl="0" algn="ctr">
              <a:lnSpc>
                <a:spcPct val="100000"/>
              </a:lnSpc>
              <a:spcBef>
                <a:spcPts val="0"/>
              </a:spcBef>
              <a:spcAft>
                <a:spcPts val="0"/>
              </a:spcAft>
              <a:buClr>
                <a:schemeClr val="lt1"/>
              </a:buClr>
              <a:buSzPts val="1800"/>
              <a:buNone/>
              <a:defRPr sz="1800">
                <a:solidFill>
                  <a:schemeClr val="lt1"/>
                </a:solidFill>
              </a:defRPr>
            </a:lvl4pPr>
            <a:lvl5pPr lvl="4" rtl="0" algn="ctr">
              <a:lnSpc>
                <a:spcPct val="100000"/>
              </a:lnSpc>
              <a:spcBef>
                <a:spcPts val="0"/>
              </a:spcBef>
              <a:spcAft>
                <a:spcPts val="0"/>
              </a:spcAft>
              <a:buClr>
                <a:schemeClr val="lt1"/>
              </a:buClr>
              <a:buSzPts val="1800"/>
              <a:buNone/>
              <a:defRPr sz="1800">
                <a:solidFill>
                  <a:schemeClr val="lt1"/>
                </a:solidFill>
              </a:defRPr>
            </a:lvl5pPr>
            <a:lvl6pPr lvl="5" rtl="0" algn="ctr">
              <a:lnSpc>
                <a:spcPct val="100000"/>
              </a:lnSpc>
              <a:spcBef>
                <a:spcPts val="0"/>
              </a:spcBef>
              <a:spcAft>
                <a:spcPts val="0"/>
              </a:spcAft>
              <a:buClr>
                <a:schemeClr val="lt1"/>
              </a:buClr>
              <a:buSzPts val="1800"/>
              <a:buNone/>
              <a:defRPr sz="1800">
                <a:solidFill>
                  <a:schemeClr val="lt1"/>
                </a:solidFill>
              </a:defRPr>
            </a:lvl6pPr>
            <a:lvl7pPr lvl="6" rtl="0" algn="ctr">
              <a:lnSpc>
                <a:spcPct val="100000"/>
              </a:lnSpc>
              <a:spcBef>
                <a:spcPts val="0"/>
              </a:spcBef>
              <a:spcAft>
                <a:spcPts val="0"/>
              </a:spcAft>
              <a:buClr>
                <a:schemeClr val="lt1"/>
              </a:buClr>
              <a:buSzPts val="1800"/>
              <a:buNone/>
              <a:defRPr sz="1800">
                <a:solidFill>
                  <a:schemeClr val="lt1"/>
                </a:solidFill>
              </a:defRPr>
            </a:lvl7pPr>
            <a:lvl8pPr lvl="7" rtl="0" algn="ctr">
              <a:lnSpc>
                <a:spcPct val="100000"/>
              </a:lnSpc>
              <a:spcBef>
                <a:spcPts val="0"/>
              </a:spcBef>
              <a:spcAft>
                <a:spcPts val="0"/>
              </a:spcAft>
              <a:buClr>
                <a:schemeClr val="lt1"/>
              </a:buClr>
              <a:buSzPts val="1800"/>
              <a:buNone/>
              <a:defRPr sz="1800">
                <a:solidFill>
                  <a:schemeClr val="lt1"/>
                </a:solidFill>
              </a:defRPr>
            </a:lvl8pPr>
            <a:lvl9pPr lvl="8" rtl="0" algn="ctr">
              <a:lnSpc>
                <a:spcPct val="100000"/>
              </a:lnSpc>
              <a:spcBef>
                <a:spcPts val="0"/>
              </a:spcBef>
              <a:spcAft>
                <a:spcPts val="0"/>
              </a:spcAft>
              <a:buClr>
                <a:schemeClr val="lt1"/>
              </a:buClr>
              <a:buSzPts val="1800"/>
              <a:buNone/>
              <a:defRPr sz="1800">
                <a:solidFill>
                  <a:schemeClr val="lt1"/>
                </a:solidFill>
              </a:defRPr>
            </a:lvl9pPr>
          </a:lstStyle>
          <a:p/>
        </p:txBody>
      </p:sp>
      <p:sp>
        <p:nvSpPr>
          <p:cNvPr id="254" name="Google Shape;254;p24"/>
          <p:cNvSpPr txBox="1"/>
          <p:nvPr/>
        </p:nvSpPr>
        <p:spPr>
          <a:xfrm>
            <a:off x="2072100" y="4182850"/>
            <a:ext cx="4999800" cy="420600"/>
          </a:xfrm>
          <a:prstGeom prst="rect">
            <a:avLst/>
          </a:prstGeom>
          <a:noFill/>
          <a:ln>
            <a:noFill/>
          </a:ln>
        </p:spPr>
        <p:txBody>
          <a:bodyPr anchorCtr="0" anchor="b" bIns="0" lIns="91425" spcFirstLastPara="1" rIns="0" wrap="square" tIns="0">
            <a:noAutofit/>
          </a:bodyPr>
          <a:lstStyle/>
          <a:p>
            <a:pPr indent="0" lvl="0" marL="0" rtl="0" algn="ctr">
              <a:lnSpc>
                <a:spcPct val="100000"/>
              </a:lnSpc>
              <a:spcBef>
                <a:spcPts val="300"/>
              </a:spcBef>
              <a:spcAft>
                <a:spcPts val="0"/>
              </a:spcAft>
              <a:buNone/>
            </a:pPr>
            <a:r>
              <a:rPr lang="en" sz="1200">
                <a:solidFill>
                  <a:schemeClr val="lt1"/>
                </a:solidFill>
                <a:latin typeface="Karla"/>
                <a:ea typeface="Karla"/>
                <a:cs typeface="Karla"/>
                <a:sym typeface="Karla"/>
              </a:rPr>
              <a:t>CREDITS: This presentation template was created by </a:t>
            </a:r>
            <a:r>
              <a:rPr b="1" lang="en" sz="1200">
                <a:solidFill>
                  <a:schemeClr val="lt1"/>
                </a:solidFill>
                <a:uFill>
                  <a:noFill/>
                </a:uFill>
                <a:latin typeface="Karla"/>
                <a:ea typeface="Karla"/>
                <a:cs typeface="Karla"/>
                <a:sym typeface="Karla"/>
                <a:hlinkClick r:id="rId3">
                  <a:extLst>
                    <a:ext uri="{A12FA001-AC4F-418D-AE19-62706E023703}">
                      <ahyp:hlinkClr val="tx"/>
                    </a:ext>
                  </a:extLst>
                </a:hlinkClick>
              </a:rPr>
              <a:t>Slidesgo</a:t>
            </a:r>
            <a:r>
              <a:rPr lang="en" sz="1200">
                <a:solidFill>
                  <a:schemeClr val="lt1"/>
                </a:solidFill>
                <a:latin typeface="Karla"/>
                <a:ea typeface="Karla"/>
                <a:cs typeface="Karla"/>
                <a:sym typeface="Karla"/>
              </a:rPr>
              <a:t>, and includes icons by </a:t>
            </a:r>
            <a:r>
              <a:rPr b="1" lang="en" sz="1200">
                <a:solidFill>
                  <a:schemeClr val="lt1"/>
                </a:solidFill>
                <a:uFill>
                  <a:noFill/>
                </a:uFill>
                <a:latin typeface="Karla"/>
                <a:ea typeface="Karla"/>
                <a:cs typeface="Karla"/>
                <a:sym typeface="Karla"/>
                <a:hlinkClick r:id="rId4">
                  <a:extLst>
                    <a:ext uri="{A12FA001-AC4F-418D-AE19-62706E023703}">
                      <ahyp:hlinkClr val="tx"/>
                    </a:ext>
                  </a:extLst>
                </a:hlinkClick>
              </a:rPr>
              <a:t>Flaticon</a:t>
            </a:r>
            <a:r>
              <a:rPr lang="en" sz="1200">
                <a:solidFill>
                  <a:schemeClr val="lt1"/>
                </a:solidFill>
                <a:latin typeface="Karla"/>
                <a:ea typeface="Karla"/>
                <a:cs typeface="Karla"/>
                <a:sym typeface="Karla"/>
              </a:rPr>
              <a:t> and infographics &amp; images by </a:t>
            </a:r>
            <a:r>
              <a:rPr b="1" lang="en" sz="1200">
                <a:solidFill>
                  <a:schemeClr val="lt1"/>
                </a:solidFill>
                <a:uFill>
                  <a:noFill/>
                </a:uFill>
                <a:latin typeface="Karla"/>
                <a:ea typeface="Karla"/>
                <a:cs typeface="Karla"/>
                <a:sym typeface="Karla"/>
                <a:hlinkClick r:id="rId5">
                  <a:extLst>
                    <a:ext uri="{A12FA001-AC4F-418D-AE19-62706E023703}">
                      <ahyp:hlinkClr val="tx"/>
                    </a:ext>
                  </a:extLst>
                </a:hlinkClick>
              </a:rPr>
              <a:t>Freepik</a:t>
            </a:r>
            <a:endParaRPr b="1" sz="1200">
              <a:solidFill>
                <a:schemeClr val="lt1"/>
              </a:solidFill>
              <a:latin typeface="Karla"/>
              <a:ea typeface="Karla"/>
              <a:cs typeface="Karla"/>
              <a:sym typeface="Karla"/>
            </a:endParaRPr>
          </a:p>
        </p:txBody>
      </p:sp>
      <p:pic>
        <p:nvPicPr>
          <p:cNvPr id="255" name="Google Shape;255;p24"/>
          <p:cNvPicPr preferRelativeResize="0"/>
          <p:nvPr/>
        </p:nvPicPr>
        <p:blipFill rotWithShape="1">
          <a:blip r:embed="rId6">
            <a:alphaModFix amt="75000"/>
          </a:blip>
          <a:srcRect b="0" l="18321" r="0" t="0"/>
          <a:stretch/>
        </p:blipFill>
        <p:spPr>
          <a:xfrm rot="5400000">
            <a:off x="5077976" y="347474"/>
            <a:ext cx="5076823" cy="3848475"/>
          </a:xfrm>
          <a:prstGeom prst="rect">
            <a:avLst/>
          </a:prstGeom>
          <a:noFill/>
          <a:ln>
            <a:noFill/>
          </a:ln>
        </p:spPr>
      </p:pic>
      <p:pic>
        <p:nvPicPr>
          <p:cNvPr id="256" name="Google Shape;256;p24"/>
          <p:cNvPicPr preferRelativeResize="0"/>
          <p:nvPr/>
        </p:nvPicPr>
        <p:blipFill rotWithShape="1">
          <a:blip r:embed="rId6">
            <a:alphaModFix amt="75000"/>
          </a:blip>
          <a:srcRect b="0" l="14259" r="0" t="537"/>
          <a:stretch/>
        </p:blipFill>
        <p:spPr>
          <a:xfrm rot="-5399997">
            <a:off x="-1076912" y="756716"/>
            <a:ext cx="5372099" cy="385867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8">
    <p:spTree>
      <p:nvGrpSpPr>
        <p:cNvPr id="257" name="Shape 257"/>
        <p:cNvGrpSpPr/>
        <p:nvPr/>
      </p:nvGrpSpPr>
      <p:grpSpPr>
        <a:xfrm>
          <a:off x="0" y="0"/>
          <a:ext cx="0" cy="0"/>
          <a:chOff x="0" y="0"/>
          <a:chExt cx="0" cy="0"/>
        </a:xfrm>
      </p:grpSpPr>
      <p:pic>
        <p:nvPicPr>
          <p:cNvPr id="258" name="Google Shape;258;p25"/>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259" name="Google Shape;259;p2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2" name="Google Shape;262;p25"/>
          <p:cNvPicPr preferRelativeResize="0"/>
          <p:nvPr/>
        </p:nvPicPr>
        <p:blipFill rotWithShape="1">
          <a:blip r:embed="rId3">
            <a:alphaModFix amt="75000"/>
          </a:blip>
          <a:srcRect b="0" l="23664" r="0" t="13300"/>
          <a:stretch/>
        </p:blipFill>
        <p:spPr>
          <a:xfrm>
            <a:off x="9525" y="-156200"/>
            <a:ext cx="4171950" cy="2933699"/>
          </a:xfrm>
          <a:prstGeom prst="rect">
            <a:avLst/>
          </a:prstGeom>
          <a:noFill/>
          <a:ln>
            <a:noFill/>
          </a:ln>
        </p:spPr>
      </p:pic>
      <p:pic>
        <p:nvPicPr>
          <p:cNvPr id="263" name="Google Shape;263;p25"/>
          <p:cNvPicPr preferRelativeResize="0"/>
          <p:nvPr/>
        </p:nvPicPr>
        <p:blipFill rotWithShape="1">
          <a:blip r:embed="rId3">
            <a:alphaModFix amt="75000"/>
          </a:blip>
          <a:srcRect b="0" l="21334" r="0" t="3883"/>
          <a:stretch/>
        </p:blipFill>
        <p:spPr>
          <a:xfrm rot="-10799995">
            <a:off x="5739700" y="2603702"/>
            <a:ext cx="3747200" cy="283507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8_1">
    <p:spTree>
      <p:nvGrpSpPr>
        <p:cNvPr id="264" name="Shape 264"/>
        <p:cNvGrpSpPr/>
        <p:nvPr/>
      </p:nvGrpSpPr>
      <p:grpSpPr>
        <a:xfrm>
          <a:off x="0" y="0"/>
          <a:ext cx="0" cy="0"/>
          <a:chOff x="0" y="0"/>
          <a:chExt cx="0" cy="0"/>
        </a:xfrm>
      </p:grpSpPr>
      <p:pic>
        <p:nvPicPr>
          <p:cNvPr id="265" name="Google Shape;265;p26"/>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266" name="Google Shape;266;p2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9" name="Google Shape;269;p26"/>
          <p:cNvPicPr preferRelativeResize="0"/>
          <p:nvPr/>
        </p:nvPicPr>
        <p:blipFill rotWithShape="1">
          <a:blip r:embed="rId3">
            <a:alphaModFix amt="75000"/>
          </a:blip>
          <a:srcRect b="0" l="20357" r="0" t="0"/>
          <a:stretch/>
        </p:blipFill>
        <p:spPr>
          <a:xfrm rot="5400000">
            <a:off x="4631025" y="510125"/>
            <a:ext cx="5524500" cy="4294700"/>
          </a:xfrm>
          <a:prstGeom prst="rect">
            <a:avLst/>
          </a:prstGeom>
          <a:noFill/>
          <a:ln>
            <a:noFill/>
          </a:ln>
        </p:spPr>
      </p:pic>
      <p:pic>
        <p:nvPicPr>
          <p:cNvPr id="270" name="Google Shape;270;p26"/>
          <p:cNvPicPr preferRelativeResize="0"/>
          <p:nvPr/>
        </p:nvPicPr>
        <p:blipFill rotWithShape="1">
          <a:blip r:embed="rId3">
            <a:alphaModFix amt="75000"/>
          </a:blip>
          <a:srcRect b="0" l="16646" r="0" t="537"/>
          <a:stretch/>
        </p:blipFill>
        <p:spPr>
          <a:xfrm rot="-5399997">
            <a:off x="-1058539" y="294014"/>
            <a:ext cx="5654502" cy="4177819"/>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71" name="Shape 271"/>
        <p:cNvGrpSpPr/>
        <p:nvPr/>
      </p:nvGrpSpPr>
      <p:grpSpPr>
        <a:xfrm>
          <a:off x="0" y="0"/>
          <a:ext cx="0" cy="0"/>
          <a:chOff x="0" y="0"/>
          <a:chExt cx="0" cy="0"/>
        </a:xfrm>
      </p:grpSpPr>
      <p:sp>
        <p:nvSpPr>
          <p:cNvPr id="272" name="Google Shape;272;p27"/>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3" name="Google Shape;273;p2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4" name="Google Shape;274;p2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5" name="Google Shape;275;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9" name="Shape 279"/>
        <p:cNvGrpSpPr/>
        <p:nvPr/>
      </p:nvGrpSpPr>
      <p:grpSpPr>
        <a:xfrm>
          <a:off x="0" y="0"/>
          <a:ext cx="0" cy="0"/>
          <a:chOff x="0" y="0"/>
          <a:chExt cx="0" cy="0"/>
        </a:xfrm>
      </p:grpSpPr>
      <p:pic>
        <p:nvPicPr>
          <p:cNvPr id="280" name="Google Shape;280;p29"/>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281" name="Google Shape;281;p29"/>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9"/>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9"/>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9"/>
          <p:cNvSpPr txBox="1"/>
          <p:nvPr>
            <p:ph type="ctrTitle"/>
          </p:nvPr>
        </p:nvSpPr>
        <p:spPr>
          <a:xfrm>
            <a:off x="1625850" y="1317528"/>
            <a:ext cx="5892300" cy="2358300"/>
          </a:xfrm>
          <a:prstGeom prst="rect">
            <a:avLst/>
          </a:prstGeom>
          <a:noFill/>
        </p:spPr>
        <p:txBody>
          <a:bodyPr anchorCtr="0" anchor="ctr" bIns="91425" lIns="91425" spcFirstLastPara="1" rIns="91425" wrap="square" tIns="91425">
            <a:noAutofit/>
          </a:bodyPr>
          <a:lstStyle>
            <a:lvl1pPr lvl="0" algn="ctr">
              <a:lnSpc>
                <a:spcPct val="90000"/>
              </a:lnSpc>
              <a:spcBef>
                <a:spcPts val="0"/>
              </a:spcBef>
              <a:spcAft>
                <a:spcPts val="0"/>
              </a:spcAft>
              <a:buSzPts val="5200"/>
              <a:buNone/>
              <a:defRPr sz="4500">
                <a:latin typeface="Audiowide"/>
                <a:ea typeface="Audiowide"/>
                <a:cs typeface="Audiowide"/>
                <a:sym typeface="Audiowid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85" name="Google Shape;285;p29"/>
          <p:cNvSpPr txBox="1"/>
          <p:nvPr>
            <p:ph idx="1" type="subTitle"/>
          </p:nvPr>
        </p:nvSpPr>
        <p:spPr>
          <a:xfrm>
            <a:off x="1625850" y="3778500"/>
            <a:ext cx="5892300" cy="473700"/>
          </a:xfrm>
          <a:prstGeom prst="rect">
            <a:avLst/>
          </a:prstGeom>
          <a:noFill/>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86" name="Google Shape;286;p29"/>
          <p:cNvPicPr preferRelativeResize="0"/>
          <p:nvPr/>
        </p:nvPicPr>
        <p:blipFill>
          <a:blip r:embed="rId3">
            <a:alphaModFix amt="75000"/>
          </a:blip>
          <a:stretch>
            <a:fillRect/>
          </a:stretch>
        </p:blipFill>
        <p:spPr>
          <a:xfrm>
            <a:off x="-1011050" y="-447675"/>
            <a:ext cx="5892301" cy="3648150"/>
          </a:xfrm>
          <a:prstGeom prst="rect">
            <a:avLst/>
          </a:prstGeom>
          <a:noFill/>
          <a:ln>
            <a:noFill/>
          </a:ln>
        </p:spPr>
      </p:pic>
      <p:pic>
        <p:nvPicPr>
          <p:cNvPr id="287" name="Google Shape;287;p29"/>
          <p:cNvPicPr preferRelativeResize="0"/>
          <p:nvPr/>
        </p:nvPicPr>
        <p:blipFill>
          <a:blip r:embed="rId3">
            <a:alphaModFix amt="75000"/>
          </a:blip>
          <a:stretch>
            <a:fillRect/>
          </a:stretch>
        </p:blipFill>
        <p:spPr>
          <a:xfrm rot="10800000">
            <a:off x="4261050" y="1962150"/>
            <a:ext cx="5892301" cy="364815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8" name="Shape 288"/>
        <p:cNvGrpSpPr/>
        <p:nvPr/>
      </p:nvGrpSpPr>
      <p:grpSpPr>
        <a:xfrm>
          <a:off x="0" y="0"/>
          <a:ext cx="0" cy="0"/>
          <a:chOff x="0" y="0"/>
          <a:chExt cx="0" cy="0"/>
        </a:xfrm>
      </p:grpSpPr>
      <p:pic>
        <p:nvPicPr>
          <p:cNvPr id="289" name="Google Shape;289;p30"/>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290" name="Google Shape;290;p30"/>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0"/>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0"/>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ph type="title"/>
          </p:nvPr>
        </p:nvSpPr>
        <p:spPr>
          <a:xfrm>
            <a:off x="4491888" y="1682463"/>
            <a:ext cx="3312300" cy="11130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700">
                <a:solidFill>
                  <a:schemeClr val="accent1"/>
                </a:solidFill>
              </a:defRPr>
            </a:lvl1pPr>
            <a:lvl2pPr lvl="1" rtl="0" algn="ctr">
              <a:spcBef>
                <a:spcPts val="0"/>
              </a:spcBef>
              <a:spcAft>
                <a:spcPts val="0"/>
              </a:spcAft>
              <a:buClr>
                <a:schemeClr val="lt1"/>
              </a:buClr>
              <a:buSzPts val="3600"/>
              <a:buNone/>
              <a:defRPr sz="3600">
                <a:solidFill>
                  <a:schemeClr val="lt1"/>
                </a:solidFill>
              </a:defRPr>
            </a:lvl2pPr>
            <a:lvl3pPr lvl="2" rtl="0" algn="ctr">
              <a:spcBef>
                <a:spcPts val="0"/>
              </a:spcBef>
              <a:spcAft>
                <a:spcPts val="0"/>
              </a:spcAft>
              <a:buClr>
                <a:schemeClr val="lt1"/>
              </a:buClr>
              <a:buSzPts val="3600"/>
              <a:buNone/>
              <a:defRPr sz="3600">
                <a:solidFill>
                  <a:schemeClr val="lt1"/>
                </a:solidFill>
              </a:defRPr>
            </a:lvl3pPr>
            <a:lvl4pPr lvl="3" rtl="0" algn="ctr">
              <a:spcBef>
                <a:spcPts val="0"/>
              </a:spcBef>
              <a:spcAft>
                <a:spcPts val="0"/>
              </a:spcAft>
              <a:buClr>
                <a:schemeClr val="lt1"/>
              </a:buClr>
              <a:buSzPts val="3600"/>
              <a:buNone/>
              <a:defRPr sz="3600">
                <a:solidFill>
                  <a:schemeClr val="lt1"/>
                </a:solidFill>
              </a:defRPr>
            </a:lvl4pPr>
            <a:lvl5pPr lvl="4" rtl="0" algn="ctr">
              <a:spcBef>
                <a:spcPts val="0"/>
              </a:spcBef>
              <a:spcAft>
                <a:spcPts val="0"/>
              </a:spcAft>
              <a:buClr>
                <a:schemeClr val="lt1"/>
              </a:buClr>
              <a:buSzPts val="3600"/>
              <a:buNone/>
              <a:defRPr sz="3600">
                <a:solidFill>
                  <a:schemeClr val="lt1"/>
                </a:solidFill>
              </a:defRPr>
            </a:lvl5pPr>
            <a:lvl6pPr lvl="5" rtl="0" algn="ctr">
              <a:spcBef>
                <a:spcPts val="0"/>
              </a:spcBef>
              <a:spcAft>
                <a:spcPts val="0"/>
              </a:spcAft>
              <a:buClr>
                <a:schemeClr val="lt1"/>
              </a:buClr>
              <a:buSzPts val="3600"/>
              <a:buNone/>
              <a:defRPr sz="3600">
                <a:solidFill>
                  <a:schemeClr val="lt1"/>
                </a:solidFill>
              </a:defRPr>
            </a:lvl6pPr>
            <a:lvl7pPr lvl="6" rtl="0" algn="ctr">
              <a:spcBef>
                <a:spcPts val="0"/>
              </a:spcBef>
              <a:spcAft>
                <a:spcPts val="0"/>
              </a:spcAft>
              <a:buClr>
                <a:schemeClr val="lt1"/>
              </a:buClr>
              <a:buSzPts val="3600"/>
              <a:buNone/>
              <a:defRPr sz="3600">
                <a:solidFill>
                  <a:schemeClr val="lt1"/>
                </a:solidFill>
              </a:defRPr>
            </a:lvl7pPr>
            <a:lvl8pPr lvl="7" rtl="0" algn="ctr">
              <a:spcBef>
                <a:spcPts val="0"/>
              </a:spcBef>
              <a:spcAft>
                <a:spcPts val="0"/>
              </a:spcAft>
              <a:buClr>
                <a:schemeClr val="lt1"/>
              </a:buClr>
              <a:buSzPts val="3600"/>
              <a:buNone/>
              <a:defRPr sz="3600">
                <a:solidFill>
                  <a:schemeClr val="lt1"/>
                </a:solidFill>
              </a:defRPr>
            </a:lvl8pPr>
            <a:lvl9pPr lvl="8" rtl="0" algn="ctr">
              <a:spcBef>
                <a:spcPts val="0"/>
              </a:spcBef>
              <a:spcAft>
                <a:spcPts val="0"/>
              </a:spcAft>
              <a:buClr>
                <a:schemeClr val="lt1"/>
              </a:buClr>
              <a:buSzPts val="3600"/>
              <a:buNone/>
              <a:defRPr sz="3600">
                <a:solidFill>
                  <a:schemeClr val="lt1"/>
                </a:solidFill>
              </a:defRPr>
            </a:lvl9pPr>
          </a:lstStyle>
          <a:p/>
        </p:txBody>
      </p:sp>
      <p:sp>
        <p:nvSpPr>
          <p:cNvPr id="294" name="Google Shape;294;p30"/>
          <p:cNvSpPr txBox="1"/>
          <p:nvPr>
            <p:ph idx="1" type="subTitle"/>
          </p:nvPr>
        </p:nvSpPr>
        <p:spPr>
          <a:xfrm>
            <a:off x="4491888" y="2851113"/>
            <a:ext cx="3312300" cy="60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400"/>
              <a:buNone/>
              <a:defRPr sz="1600">
                <a:solidFill>
                  <a:schemeClr val="lt1"/>
                </a:solidFill>
              </a:defRPr>
            </a:lvl1pPr>
            <a:lvl2pPr lvl="1" rtl="0" algn="ctr">
              <a:lnSpc>
                <a:spcPct val="100000"/>
              </a:lnSpc>
              <a:spcBef>
                <a:spcPts val="0"/>
              </a:spcBef>
              <a:spcAft>
                <a:spcPts val="0"/>
              </a:spcAft>
              <a:buClr>
                <a:schemeClr val="lt1"/>
              </a:buClr>
              <a:buSzPts val="1400"/>
              <a:buNone/>
              <a:defRPr>
                <a:solidFill>
                  <a:schemeClr val="lt1"/>
                </a:solidFill>
              </a:defRPr>
            </a:lvl2pPr>
            <a:lvl3pPr lvl="2" rtl="0" algn="ctr">
              <a:lnSpc>
                <a:spcPct val="100000"/>
              </a:lnSpc>
              <a:spcBef>
                <a:spcPts val="0"/>
              </a:spcBef>
              <a:spcAft>
                <a:spcPts val="0"/>
              </a:spcAft>
              <a:buClr>
                <a:schemeClr val="lt1"/>
              </a:buClr>
              <a:buSzPts val="1400"/>
              <a:buNone/>
              <a:defRPr>
                <a:solidFill>
                  <a:schemeClr val="lt1"/>
                </a:solidFill>
              </a:defRPr>
            </a:lvl3pPr>
            <a:lvl4pPr lvl="3" rtl="0" algn="ctr">
              <a:lnSpc>
                <a:spcPct val="100000"/>
              </a:lnSpc>
              <a:spcBef>
                <a:spcPts val="0"/>
              </a:spcBef>
              <a:spcAft>
                <a:spcPts val="0"/>
              </a:spcAft>
              <a:buClr>
                <a:schemeClr val="lt1"/>
              </a:buClr>
              <a:buSzPts val="1400"/>
              <a:buNone/>
              <a:defRPr>
                <a:solidFill>
                  <a:schemeClr val="lt1"/>
                </a:solidFill>
              </a:defRPr>
            </a:lvl4pPr>
            <a:lvl5pPr lvl="4" rtl="0" algn="ctr">
              <a:lnSpc>
                <a:spcPct val="100000"/>
              </a:lnSpc>
              <a:spcBef>
                <a:spcPts val="0"/>
              </a:spcBef>
              <a:spcAft>
                <a:spcPts val="0"/>
              </a:spcAft>
              <a:buClr>
                <a:schemeClr val="lt1"/>
              </a:buClr>
              <a:buSzPts val="1400"/>
              <a:buNone/>
              <a:defRPr>
                <a:solidFill>
                  <a:schemeClr val="lt1"/>
                </a:solidFill>
              </a:defRPr>
            </a:lvl5pPr>
            <a:lvl6pPr lvl="5" rtl="0" algn="ctr">
              <a:lnSpc>
                <a:spcPct val="100000"/>
              </a:lnSpc>
              <a:spcBef>
                <a:spcPts val="0"/>
              </a:spcBef>
              <a:spcAft>
                <a:spcPts val="0"/>
              </a:spcAft>
              <a:buClr>
                <a:schemeClr val="lt1"/>
              </a:buClr>
              <a:buSzPts val="1400"/>
              <a:buNone/>
              <a:defRPr>
                <a:solidFill>
                  <a:schemeClr val="lt1"/>
                </a:solidFill>
              </a:defRPr>
            </a:lvl6pPr>
            <a:lvl7pPr lvl="6" rtl="0" algn="ctr">
              <a:lnSpc>
                <a:spcPct val="100000"/>
              </a:lnSpc>
              <a:spcBef>
                <a:spcPts val="0"/>
              </a:spcBef>
              <a:spcAft>
                <a:spcPts val="0"/>
              </a:spcAft>
              <a:buClr>
                <a:schemeClr val="lt1"/>
              </a:buClr>
              <a:buSzPts val="1400"/>
              <a:buNone/>
              <a:defRPr>
                <a:solidFill>
                  <a:schemeClr val="lt1"/>
                </a:solidFill>
              </a:defRPr>
            </a:lvl7pPr>
            <a:lvl8pPr lvl="7" rtl="0" algn="ctr">
              <a:lnSpc>
                <a:spcPct val="100000"/>
              </a:lnSpc>
              <a:spcBef>
                <a:spcPts val="0"/>
              </a:spcBef>
              <a:spcAft>
                <a:spcPts val="0"/>
              </a:spcAft>
              <a:buClr>
                <a:schemeClr val="lt1"/>
              </a:buClr>
              <a:buSzPts val="1400"/>
              <a:buNone/>
              <a:defRPr>
                <a:solidFill>
                  <a:schemeClr val="lt1"/>
                </a:solidFill>
              </a:defRPr>
            </a:lvl8pPr>
            <a:lvl9pPr lvl="8" rtl="0" algn="ctr">
              <a:lnSpc>
                <a:spcPct val="100000"/>
              </a:lnSpc>
              <a:spcBef>
                <a:spcPts val="0"/>
              </a:spcBef>
              <a:spcAft>
                <a:spcPts val="0"/>
              </a:spcAft>
              <a:buClr>
                <a:schemeClr val="lt1"/>
              </a:buClr>
              <a:buSzPts val="1400"/>
              <a:buNone/>
              <a:defRPr>
                <a:solidFill>
                  <a:schemeClr val="lt1"/>
                </a:solidFill>
              </a:defRPr>
            </a:lvl9pPr>
          </a:lstStyle>
          <a:p/>
        </p:txBody>
      </p:sp>
      <p:sp>
        <p:nvSpPr>
          <p:cNvPr id="295" name="Google Shape;295;p30"/>
          <p:cNvSpPr txBox="1"/>
          <p:nvPr>
            <p:ph hasCustomPrompt="1" idx="2" type="title"/>
          </p:nvPr>
        </p:nvSpPr>
        <p:spPr>
          <a:xfrm>
            <a:off x="1931113" y="1872250"/>
            <a:ext cx="1728900" cy="11886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6000"/>
              <a:buNone/>
              <a:defRPr sz="8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pic>
        <p:nvPicPr>
          <p:cNvPr id="296" name="Google Shape;296;p30"/>
          <p:cNvPicPr preferRelativeResize="0"/>
          <p:nvPr/>
        </p:nvPicPr>
        <p:blipFill>
          <a:blip r:embed="rId3">
            <a:alphaModFix amt="75000"/>
          </a:blip>
          <a:stretch>
            <a:fillRect/>
          </a:stretch>
        </p:blipFill>
        <p:spPr>
          <a:xfrm>
            <a:off x="-1015800" y="-419100"/>
            <a:ext cx="6190054" cy="3832501"/>
          </a:xfrm>
          <a:prstGeom prst="rect">
            <a:avLst/>
          </a:prstGeom>
          <a:noFill/>
          <a:ln>
            <a:noFill/>
          </a:ln>
        </p:spPr>
      </p:pic>
      <p:pic>
        <p:nvPicPr>
          <p:cNvPr id="297" name="Google Shape;297;p30"/>
          <p:cNvPicPr preferRelativeResize="0"/>
          <p:nvPr/>
        </p:nvPicPr>
        <p:blipFill>
          <a:blip r:embed="rId3">
            <a:alphaModFix amt="75000"/>
          </a:blip>
          <a:stretch>
            <a:fillRect/>
          </a:stretch>
        </p:blipFill>
        <p:spPr>
          <a:xfrm rot="10800000">
            <a:off x="4352926" y="1967775"/>
            <a:ext cx="5790899" cy="3585375"/>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8" name="Shape 298"/>
        <p:cNvGrpSpPr/>
        <p:nvPr/>
      </p:nvGrpSpPr>
      <p:grpSpPr>
        <a:xfrm>
          <a:off x="0" y="0"/>
          <a:ext cx="0" cy="0"/>
          <a:chOff x="0" y="0"/>
          <a:chExt cx="0" cy="0"/>
        </a:xfrm>
      </p:grpSpPr>
      <p:pic>
        <p:nvPicPr>
          <p:cNvPr id="299" name="Google Shape;299;p31"/>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300" name="Google Shape;300;p31"/>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1"/>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1"/>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1"/>
          <p:cNvSpPr txBox="1"/>
          <p:nvPr>
            <p:ph idx="1" type="body"/>
          </p:nvPr>
        </p:nvSpPr>
        <p:spPr>
          <a:xfrm>
            <a:off x="720000" y="1168463"/>
            <a:ext cx="7704000" cy="57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AutoNum type="arabicPeriod"/>
              <a:defRPr sz="1200"/>
            </a:lvl1pPr>
            <a:lvl2pPr indent="-317500" lvl="1" marL="914400">
              <a:spcBef>
                <a:spcPts val="0"/>
              </a:spcBef>
              <a:spcAft>
                <a:spcPts val="0"/>
              </a:spcAft>
              <a:buSzPts val="1400"/>
              <a:buAutoNum type="alphaLcPeriod"/>
              <a:defRPr/>
            </a:lvl2pPr>
            <a:lvl3pPr indent="-317500" lvl="2" marL="1371600">
              <a:spcBef>
                <a:spcPts val="0"/>
              </a:spcBef>
              <a:spcAft>
                <a:spcPts val="0"/>
              </a:spcAft>
              <a:buSzPts val="1400"/>
              <a:buAutoNum type="romanLcPeriod"/>
              <a:defRPr/>
            </a:lvl3pPr>
            <a:lvl4pPr indent="-317500" lvl="3" marL="1828800">
              <a:spcBef>
                <a:spcPts val="0"/>
              </a:spcBef>
              <a:spcAft>
                <a:spcPts val="0"/>
              </a:spcAft>
              <a:buSzPts val="1400"/>
              <a:buAutoNum type="arabicPeriod"/>
              <a:defRPr/>
            </a:lvl4pPr>
            <a:lvl5pPr indent="-317500" lvl="4" marL="2286000">
              <a:spcBef>
                <a:spcPts val="0"/>
              </a:spcBef>
              <a:spcAft>
                <a:spcPts val="0"/>
              </a:spcAft>
              <a:buSzPts val="1400"/>
              <a:buAutoNum type="alphaLcPeriod"/>
              <a:defRPr/>
            </a:lvl5pPr>
            <a:lvl6pPr indent="-317500" lvl="5" marL="2743200">
              <a:spcBef>
                <a:spcPts val="0"/>
              </a:spcBef>
              <a:spcAft>
                <a:spcPts val="0"/>
              </a:spcAft>
              <a:buSzPts val="1400"/>
              <a:buAutoNum type="romanLcPeriod"/>
              <a:defRPr/>
            </a:lvl6pPr>
            <a:lvl7pPr indent="-317500" lvl="6" marL="3200400">
              <a:spcBef>
                <a:spcPts val="0"/>
              </a:spcBef>
              <a:spcAft>
                <a:spcPts val="0"/>
              </a:spcAft>
              <a:buSzPts val="1400"/>
              <a:buAutoNum type="arabicPeriod"/>
              <a:defRPr/>
            </a:lvl7pPr>
            <a:lvl8pPr indent="-317500" lvl="7" marL="3657600">
              <a:spcBef>
                <a:spcPts val="0"/>
              </a:spcBef>
              <a:spcAft>
                <a:spcPts val="0"/>
              </a:spcAft>
              <a:buSzPts val="1400"/>
              <a:buAutoNum type="alphaLcPeriod"/>
              <a:defRPr/>
            </a:lvl8pPr>
            <a:lvl9pPr indent="-317500" lvl="8" marL="4114800">
              <a:spcBef>
                <a:spcPts val="0"/>
              </a:spcBef>
              <a:spcAft>
                <a:spcPts val="0"/>
              </a:spcAft>
              <a:buSzPts val="1400"/>
              <a:buAutoNum type="romanLcPeriod"/>
              <a:defRPr/>
            </a:lvl9pPr>
          </a:lstStyle>
          <a:p/>
        </p:txBody>
      </p:sp>
      <p:pic>
        <p:nvPicPr>
          <p:cNvPr id="304" name="Google Shape;304;p31"/>
          <p:cNvPicPr preferRelativeResize="0"/>
          <p:nvPr/>
        </p:nvPicPr>
        <p:blipFill>
          <a:blip r:embed="rId3">
            <a:alphaModFix amt="75000"/>
          </a:blip>
          <a:stretch>
            <a:fillRect/>
          </a:stretch>
        </p:blipFill>
        <p:spPr>
          <a:xfrm>
            <a:off x="-825300" y="-371475"/>
            <a:ext cx="4857272" cy="3007325"/>
          </a:xfrm>
          <a:prstGeom prst="rect">
            <a:avLst/>
          </a:prstGeom>
          <a:noFill/>
          <a:ln>
            <a:noFill/>
          </a:ln>
        </p:spPr>
      </p:pic>
      <p:pic>
        <p:nvPicPr>
          <p:cNvPr id="305" name="Google Shape;305;p31"/>
          <p:cNvPicPr preferRelativeResize="0"/>
          <p:nvPr/>
        </p:nvPicPr>
        <p:blipFill>
          <a:blip r:embed="rId3">
            <a:alphaModFix amt="75000"/>
          </a:blip>
          <a:stretch>
            <a:fillRect/>
          </a:stretch>
        </p:blipFill>
        <p:spPr>
          <a:xfrm rot="10800000">
            <a:off x="5048253" y="2398274"/>
            <a:ext cx="5095572" cy="3154876"/>
          </a:xfrm>
          <a:prstGeom prst="rect">
            <a:avLst/>
          </a:prstGeom>
          <a:noFill/>
          <a:ln>
            <a:noFill/>
          </a:ln>
        </p:spPr>
      </p:pic>
      <p:sp>
        <p:nvSpPr>
          <p:cNvPr id="306" name="Google Shape;306;p31"/>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7" name="Shape 307"/>
        <p:cNvGrpSpPr/>
        <p:nvPr/>
      </p:nvGrpSpPr>
      <p:grpSpPr>
        <a:xfrm>
          <a:off x="0" y="0"/>
          <a:ext cx="0" cy="0"/>
          <a:chOff x="0" y="0"/>
          <a:chExt cx="0" cy="0"/>
        </a:xfrm>
      </p:grpSpPr>
      <p:pic>
        <p:nvPicPr>
          <p:cNvPr id="308" name="Google Shape;308;p32"/>
          <p:cNvPicPr preferRelativeResize="0"/>
          <p:nvPr/>
        </p:nvPicPr>
        <p:blipFill rotWithShape="1">
          <a:blip r:embed="rId2">
            <a:alphaModFix amt="75000"/>
          </a:blip>
          <a:srcRect b="0" l="17266" r="0" t="16653"/>
          <a:stretch/>
        </p:blipFill>
        <p:spPr>
          <a:xfrm rot="10800000">
            <a:off x="4688049" y="2278552"/>
            <a:ext cx="4684549" cy="2922100"/>
          </a:xfrm>
          <a:prstGeom prst="rect">
            <a:avLst/>
          </a:prstGeom>
          <a:noFill/>
          <a:ln>
            <a:noFill/>
          </a:ln>
        </p:spPr>
      </p:pic>
      <p:pic>
        <p:nvPicPr>
          <p:cNvPr id="309" name="Google Shape;309;p32"/>
          <p:cNvPicPr preferRelativeResize="0"/>
          <p:nvPr/>
        </p:nvPicPr>
        <p:blipFill rotWithShape="1">
          <a:blip r:embed="rId2">
            <a:alphaModFix amt="75000"/>
          </a:blip>
          <a:srcRect b="0" l="16618" r="0" t="14668"/>
          <a:stretch/>
        </p:blipFill>
        <p:spPr>
          <a:xfrm rot="4">
            <a:off x="-57150" y="-190497"/>
            <a:ext cx="4810127" cy="3047996"/>
          </a:xfrm>
          <a:prstGeom prst="rect">
            <a:avLst/>
          </a:prstGeom>
          <a:noFill/>
          <a:ln>
            <a:noFill/>
          </a:ln>
        </p:spPr>
      </p:pic>
      <p:pic>
        <p:nvPicPr>
          <p:cNvPr id="310" name="Google Shape;310;p32"/>
          <p:cNvPicPr preferRelativeResize="0"/>
          <p:nvPr/>
        </p:nvPicPr>
        <p:blipFill rotWithShape="1">
          <a:blip r:embed="rId3">
            <a:alphaModFix/>
          </a:blip>
          <a:srcRect b="17754" l="0" r="0" t="1621"/>
          <a:stretch/>
        </p:blipFill>
        <p:spPr>
          <a:xfrm>
            <a:off x="-181700" y="-257175"/>
            <a:ext cx="9649551" cy="5667373"/>
          </a:xfrm>
          <a:prstGeom prst="rect">
            <a:avLst/>
          </a:prstGeom>
          <a:noFill/>
          <a:ln>
            <a:noFill/>
          </a:ln>
        </p:spPr>
      </p:pic>
      <p:sp>
        <p:nvSpPr>
          <p:cNvPr id="311" name="Google Shape;311;p3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2"/>
          <p:cNvSpPr txBox="1"/>
          <p:nvPr>
            <p:ph type="title"/>
          </p:nvPr>
        </p:nvSpPr>
        <p:spPr>
          <a:xfrm>
            <a:off x="720000" y="540000"/>
            <a:ext cx="77043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5" name="Google Shape;315;p32"/>
          <p:cNvSpPr txBox="1"/>
          <p:nvPr>
            <p:ph idx="1" type="subTitle"/>
          </p:nvPr>
        </p:nvSpPr>
        <p:spPr>
          <a:xfrm>
            <a:off x="1605775" y="3703499"/>
            <a:ext cx="2846700" cy="78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6" name="Google Shape;316;p32"/>
          <p:cNvSpPr txBox="1"/>
          <p:nvPr>
            <p:ph idx="2" type="subTitle"/>
          </p:nvPr>
        </p:nvSpPr>
        <p:spPr>
          <a:xfrm>
            <a:off x="4688050" y="3703499"/>
            <a:ext cx="2846700" cy="78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7" name="Google Shape;317;p32"/>
          <p:cNvSpPr txBox="1"/>
          <p:nvPr>
            <p:ph idx="3" type="subTitle"/>
          </p:nvPr>
        </p:nvSpPr>
        <p:spPr>
          <a:xfrm>
            <a:off x="1605779" y="3328943"/>
            <a:ext cx="28467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None/>
              <a:defRPr sz="2000">
                <a:solidFill>
                  <a:schemeClr val="accent1"/>
                </a:solidFill>
                <a:latin typeface="Audiowide"/>
                <a:ea typeface="Audiowide"/>
                <a:cs typeface="Audiowide"/>
                <a:sym typeface="Audiowide"/>
              </a:defRPr>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318" name="Google Shape;318;p32"/>
          <p:cNvSpPr txBox="1"/>
          <p:nvPr>
            <p:ph idx="4" type="subTitle"/>
          </p:nvPr>
        </p:nvSpPr>
        <p:spPr>
          <a:xfrm>
            <a:off x="4688055" y="3328943"/>
            <a:ext cx="28467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000"/>
              <a:buNone/>
              <a:defRPr sz="2000">
                <a:solidFill>
                  <a:schemeClr val="accent1"/>
                </a:solidFill>
                <a:latin typeface="Audiowide"/>
                <a:ea typeface="Audiowide"/>
                <a:cs typeface="Audiowide"/>
                <a:sym typeface="Audiowide"/>
              </a:defRPr>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9" name="Shape 319"/>
        <p:cNvGrpSpPr/>
        <p:nvPr/>
      </p:nvGrpSpPr>
      <p:grpSpPr>
        <a:xfrm>
          <a:off x="0" y="0"/>
          <a:ext cx="0" cy="0"/>
          <a:chOff x="0" y="0"/>
          <a:chExt cx="0" cy="0"/>
        </a:xfrm>
      </p:grpSpPr>
      <p:pic>
        <p:nvPicPr>
          <p:cNvPr id="320" name="Google Shape;320;p33"/>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321" name="Google Shape;321;p3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3"/>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325" name="Google Shape;325;p33"/>
          <p:cNvPicPr preferRelativeResize="0"/>
          <p:nvPr/>
        </p:nvPicPr>
        <p:blipFill rotWithShape="1">
          <a:blip r:embed="rId3">
            <a:alphaModFix amt="75000"/>
          </a:blip>
          <a:srcRect b="0" l="24087" r="0" t="19904"/>
          <a:stretch/>
        </p:blipFill>
        <p:spPr>
          <a:xfrm>
            <a:off x="-104775" y="-85500"/>
            <a:ext cx="3714749" cy="2426851"/>
          </a:xfrm>
          <a:prstGeom prst="rect">
            <a:avLst/>
          </a:prstGeom>
          <a:noFill/>
          <a:ln>
            <a:noFill/>
          </a:ln>
        </p:spPr>
      </p:pic>
      <p:pic>
        <p:nvPicPr>
          <p:cNvPr id="326" name="Google Shape;326;p33"/>
          <p:cNvPicPr preferRelativeResize="0"/>
          <p:nvPr/>
        </p:nvPicPr>
        <p:blipFill rotWithShape="1">
          <a:blip r:embed="rId3">
            <a:alphaModFix amt="75000"/>
          </a:blip>
          <a:srcRect b="0" l="22039" r="0" t="14089"/>
          <a:stretch/>
        </p:blipFill>
        <p:spPr>
          <a:xfrm rot="-10799995">
            <a:off x="5705475" y="2752926"/>
            <a:ext cx="3629025" cy="2476296"/>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7" name="Shape 327"/>
        <p:cNvGrpSpPr/>
        <p:nvPr/>
      </p:nvGrpSpPr>
      <p:grpSpPr>
        <a:xfrm>
          <a:off x="0" y="0"/>
          <a:ext cx="0" cy="0"/>
          <a:chOff x="0" y="0"/>
          <a:chExt cx="0" cy="0"/>
        </a:xfrm>
      </p:grpSpPr>
      <p:pic>
        <p:nvPicPr>
          <p:cNvPr id="328" name="Google Shape;328;p34"/>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329" name="Google Shape;329;p3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4"/>
          <p:cNvSpPr txBox="1"/>
          <p:nvPr>
            <p:ph type="title"/>
          </p:nvPr>
        </p:nvSpPr>
        <p:spPr>
          <a:xfrm>
            <a:off x="4381506" y="887025"/>
            <a:ext cx="4038600" cy="95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3" name="Google Shape;333;p34"/>
          <p:cNvSpPr txBox="1"/>
          <p:nvPr>
            <p:ph idx="1" type="body"/>
          </p:nvPr>
        </p:nvSpPr>
        <p:spPr>
          <a:xfrm>
            <a:off x="4381500" y="1843575"/>
            <a:ext cx="4038600" cy="2436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lt1"/>
              </a:buClr>
              <a:buSzPts val="1400"/>
              <a:buChar char="●"/>
              <a:defRPr/>
            </a:lvl1pPr>
            <a:lvl2pPr indent="-317500" lvl="1" marL="914400" rtl="0">
              <a:spcBef>
                <a:spcPts val="0"/>
              </a:spcBef>
              <a:spcAft>
                <a:spcPts val="0"/>
              </a:spcAft>
              <a:buSzPts val="1400"/>
              <a:buChar char="○"/>
              <a:defRPr/>
            </a:lvl2pPr>
            <a:lvl3pPr indent="-311150" lvl="2" marL="1371600" rtl="0">
              <a:spcBef>
                <a:spcPts val="0"/>
              </a:spcBef>
              <a:spcAft>
                <a:spcPts val="0"/>
              </a:spcAft>
              <a:buSzPts val="1300"/>
              <a:buChar char="■"/>
              <a:defRPr sz="1300"/>
            </a:lvl3pPr>
            <a:lvl4pPr indent="-311150" lvl="3" marL="1828800" rtl="0">
              <a:spcBef>
                <a:spcPts val="0"/>
              </a:spcBef>
              <a:spcAft>
                <a:spcPts val="0"/>
              </a:spcAft>
              <a:buSzPts val="1300"/>
              <a:buChar char="●"/>
              <a:defRPr sz="1300"/>
            </a:lvl4pPr>
            <a:lvl5pPr indent="-311150" lvl="4" marL="2286000" rtl="0">
              <a:spcBef>
                <a:spcPts val="0"/>
              </a:spcBef>
              <a:spcAft>
                <a:spcPts val="0"/>
              </a:spcAft>
              <a:buSzPts val="1300"/>
              <a:buChar char="○"/>
              <a:defRPr sz="1300"/>
            </a:lvl5pPr>
            <a:lvl6pPr indent="-311150" lvl="5" marL="2743200" rtl="0">
              <a:spcBef>
                <a:spcPts val="0"/>
              </a:spcBef>
              <a:spcAft>
                <a:spcPts val="0"/>
              </a:spcAft>
              <a:buSzPts val="1300"/>
              <a:buChar char="■"/>
              <a:defRPr sz="1300"/>
            </a:lvl6pPr>
            <a:lvl7pPr indent="-311150" lvl="6" marL="3200400" rtl="0">
              <a:spcBef>
                <a:spcPts val="0"/>
              </a:spcBef>
              <a:spcAft>
                <a:spcPts val="0"/>
              </a:spcAft>
              <a:buSzPts val="1300"/>
              <a:buChar char="●"/>
              <a:defRPr sz="1300"/>
            </a:lvl7pPr>
            <a:lvl8pPr indent="-311150" lvl="7" marL="3657600" rtl="0">
              <a:spcBef>
                <a:spcPts val="0"/>
              </a:spcBef>
              <a:spcAft>
                <a:spcPts val="0"/>
              </a:spcAft>
              <a:buSzPts val="1300"/>
              <a:buChar char="○"/>
              <a:defRPr sz="1300"/>
            </a:lvl8pPr>
            <a:lvl9pPr indent="-311150" lvl="8" marL="4114800" rtl="0">
              <a:spcBef>
                <a:spcPts val="0"/>
              </a:spcBef>
              <a:spcAft>
                <a:spcPts val="0"/>
              </a:spcAft>
              <a:buSzPts val="1300"/>
              <a:buChar char="■"/>
              <a:defRPr sz="1300"/>
            </a:lvl9pPr>
          </a:lstStyle>
          <a:p/>
        </p:txBody>
      </p:sp>
      <p:pic>
        <p:nvPicPr>
          <p:cNvPr id="334" name="Google Shape;334;p34"/>
          <p:cNvPicPr preferRelativeResize="0"/>
          <p:nvPr/>
        </p:nvPicPr>
        <p:blipFill rotWithShape="1">
          <a:blip r:embed="rId3">
            <a:alphaModFix amt="75000"/>
          </a:blip>
          <a:srcRect b="0" l="24156" r="0" t="16304"/>
          <a:stretch/>
        </p:blipFill>
        <p:spPr>
          <a:xfrm rot="5400000">
            <a:off x="5767588" y="527636"/>
            <a:ext cx="4294574" cy="2934501"/>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5" name="Shape 335"/>
        <p:cNvGrpSpPr/>
        <p:nvPr/>
      </p:nvGrpSpPr>
      <p:grpSpPr>
        <a:xfrm>
          <a:off x="0" y="0"/>
          <a:ext cx="0" cy="0"/>
          <a:chOff x="0" y="0"/>
          <a:chExt cx="0" cy="0"/>
        </a:xfrm>
      </p:grpSpPr>
      <p:pic>
        <p:nvPicPr>
          <p:cNvPr id="336" name="Google Shape;336;p35"/>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337" name="Google Shape;337;p3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5"/>
          <p:cNvSpPr txBox="1"/>
          <p:nvPr>
            <p:ph type="title"/>
          </p:nvPr>
        </p:nvSpPr>
        <p:spPr>
          <a:xfrm>
            <a:off x="2005350" y="1506750"/>
            <a:ext cx="5133300" cy="21300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73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pic>
        <p:nvPicPr>
          <p:cNvPr id="341" name="Google Shape;341;p35"/>
          <p:cNvPicPr preferRelativeResize="0"/>
          <p:nvPr/>
        </p:nvPicPr>
        <p:blipFill>
          <a:blip r:embed="rId3">
            <a:alphaModFix amt="75000"/>
          </a:blip>
          <a:stretch>
            <a:fillRect/>
          </a:stretch>
        </p:blipFill>
        <p:spPr>
          <a:xfrm rot="5400000">
            <a:off x="4270575" y="37800"/>
            <a:ext cx="6816287" cy="4220224"/>
          </a:xfrm>
          <a:prstGeom prst="rect">
            <a:avLst/>
          </a:prstGeom>
          <a:noFill/>
          <a:ln>
            <a:noFill/>
          </a:ln>
        </p:spPr>
      </p:pic>
      <p:pic>
        <p:nvPicPr>
          <p:cNvPr id="342" name="Google Shape;342;p35"/>
          <p:cNvPicPr preferRelativeResize="0"/>
          <p:nvPr/>
        </p:nvPicPr>
        <p:blipFill>
          <a:blip r:embed="rId3">
            <a:alphaModFix amt="75000"/>
          </a:blip>
          <a:stretch>
            <a:fillRect/>
          </a:stretch>
        </p:blipFill>
        <p:spPr>
          <a:xfrm rot="-5399997">
            <a:off x="-1890149" y="942974"/>
            <a:ext cx="6692275" cy="41434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3" name="Shape 343"/>
        <p:cNvGrpSpPr/>
        <p:nvPr/>
      </p:nvGrpSpPr>
      <p:grpSpPr>
        <a:xfrm>
          <a:off x="0" y="0"/>
          <a:ext cx="0" cy="0"/>
          <a:chOff x="0" y="0"/>
          <a:chExt cx="0" cy="0"/>
        </a:xfrm>
      </p:grpSpPr>
      <p:pic>
        <p:nvPicPr>
          <p:cNvPr id="344" name="Google Shape;344;p36"/>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345" name="Google Shape;345;p3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6"/>
          <p:cNvSpPr txBox="1"/>
          <p:nvPr>
            <p:ph type="title"/>
          </p:nvPr>
        </p:nvSpPr>
        <p:spPr>
          <a:xfrm>
            <a:off x="970400" y="1168075"/>
            <a:ext cx="3133800" cy="181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49" name="Google Shape;349;p36"/>
          <p:cNvSpPr txBox="1"/>
          <p:nvPr>
            <p:ph idx="1" type="subTitle"/>
          </p:nvPr>
        </p:nvSpPr>
        <p:spPr>
          <a:xfrm>
            <a:off x="970400" y="3167250"/>
            <a:ext cx="3133800" cy="84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350" name="Google Shape;350;p36"/>
          <p:cNvPicPr preferRelativeResize="0"/>
          <p:nvPr/>
        </p:nvPicPr>
        <p:blipFill rotWithShape="1">
          <a:blip r:embed="rId3">
            <a:alphaModFix amt="75000"/>
          </a:blip>
          <a:srcRect b="0" l="19107" r="0" t="4943"/>
          <a:stretch/>
        </p:blipFill>
        <p:spPr>
          <a:xfrm rot="-5400000">
            <a:off x="-727588" y="1263239"/>
            <a:ext cx="4580326" cy="3332599"/>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1" name="Shape 351"/>
        <p:cNvGrpSpPr/>
        <p:nvPr/>
      </p:nvGrpSpPr>
      <p:grpSpPr>
        <a:xfrm>
          <a:off x="0" y="0"/>
          <a:ext cx="0" cy="0"/>
          <a:chOff x="0" y="0"/>
          <a:chExt cx="0" cy="0"/>
        </a:xfrm>
      </p:grpSpPr>
      <p:pic>
        <p:nvPicPr>
          <p:cNvPr id="352" name="Google Shape;352;p37"/>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353" name="Google Shape;353;p37"/>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7"/>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7"/>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7"/>
          <p:cNvSpPr txBox="1"/>
          <p:nvPr>
            <p:ph type="title"/>
          </p:nvPr>
        </p:nvSpPr>
        <p:spPr>
          <a:xfrm rot="300">
            <a:off x="720000" y="3295650"/>
            <a:ext cx="3433500" cy="1207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57" name="Shape 357"/>
        <p:cNvGrpSpPr/>
        <p:nvPr/>
      </p:nvGrpSpPr>
      <p:grpSpPr>
        <a:xfrm>
          <a:off x="0" y="0"/>
          <a:ext cx="0" cy="0"/>
          <a:chOff x="0" y="0"/>
          <a:chExt cx="0" cy="0"/>
        </a:xfrm>
      </p:grpSpPr>
      <p:pic>
        <p:nvPicPr>
          <p:cNvPr id="358" name="Google Shape;358;p38"/>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359" name="Google Shape;359;p38"/>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8"/>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8"/>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8"/>
          <p:cNvSpPr txBox="1"/>
          <p:nvPr>
            <p:ph hasCustomPrompt="1" type="title"/>
          </p:nvPr>
        </p:nvSpPr>
        <p:spPr>
          <a:xfrm rot="186">
            <a:off x="977225" y="1686338"/>
            <a:ext cx="5538000" cy="12342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9600"/>
              <a:buNone/>
              <a:defRPr sz="8100"/>
            </a:lvl1pPr>
            <a:lvl2pPr lvl="1" rtl="0" algn="ctr">
              <a:spcBef>
                <a:spcPts val="0"/>
              </a:spcBef>
              <a:spcAft>
                <a:spcPts val="0"/>
              </a:spcAft>
              <a:buClr>
                <a:schemeClr val="lt1"/>
              </a:buClr>
              <a:buSzPts val="9600"/>
              <a:buNone/>
              <a:defRPr sz="9600">
                <a:solidFill>
                  <a:schemeClr val="lt1"/>
                </a:solidFill>
              </a:defRPr>
            </a:lvl2pPr>
            <a:lvl3pPr lvl="2" rtl="0" algn="ctr">
              <a:spcBef>
                <a:spcPts val="0"/>
              </a:spcBef>
              <a:spcAft>
                <a:spcPts val="0"/>
              </a:spcAft>
              <a:buClr>
                <a:schemeClr val="lt1"/>
              </a:buClr>
              <a:buSzPts val="9600"/>
              <a:buNone/>
              <a:defRPr sz="9600">
                <a:solidFill>
                  <a:schemeClr val="lt1"/>
                </a:solidFill>
              </a:defRPr>
            </a:lvl3pPr>
            <a:lvl4pPr lvl="3" rtl="0" algn="ctr">
              <a:spcBef>
                <a:spcPts val="0"/>
              </a:spcBef>
              <a:spcAft>
                <a:spcPts val="0"/>
              </a:spcAft>
              <a:buClr>
                <a:schemeClr val="lt1"/>
              </a:buClr>
              <a:buSzPts val="9600"/>
              <a:buNone/>
              <a:defRPr sz="9600">
                <a:solidFill>
                  <a:schemeClr val="lt1"/>
                </a:solidFill>
              </a:defRPr>
            </a:lvl4pPr>
            <a:lvl5pPr lvl="4" rtl="0" algn="ctr">
              <a:spcBef>
                <a:spcPts val="0"/>
              </a:spcBef>
              <a:spcAft>
                <a:spcPts val="0"/>
              </a:spcAft>
              <a:buClr>
                <a:schemeClr val="lt1"/>
              </a:buClr>
              <a:buSzPts val="9600"/>
              <a:buNone/>
              <a:defRPr sz="9600">
                <a:solidFill>
                  <a:schemeClr val="lt1"/>
                </a:solidFill>
              </a:defRPr>
            </a:lvl5pPr>
            <a:lvl6pPr lvl="5" rtl="0" algn="ctr">
              <a:spcBef>
                <a:spcPts val="0"/>
              </a:spcBef>
              <a:spcAft>
                <a:spcPts val="0"/>
              </a:spcAft>
              <a:buClr>
                <a:schemeClr val="lt1"/>
              </a:buClr>
              <a:buSzPts val="9600"/>
              <a:buNone/>
              <a:defRPr sz="9600">
                <a:solidFill>
                  <a:schemeClr val="lt1"/>
                </a:solidFill>
              </a:defRPr>
            </a:lvl6pPr>
            <a:lvl7pPr lvl="6" rtl="0" algn="ctr">
              <a:spcBef>
                <a:spcPts val="0"/>
              </a:spcBef>
              <a:spcAft>
                <a:spcPts val="0"/>
              </a:spcAft>
              <a:buClr>
                <a:schemeClr val="lt1"/>
              </a:buClr>
              <a:buSzPts val="9600"/>
              <a:buNone/>
              <a:defRPr sz="9600">
                <a:solidFill>
                  <a:schemeClr val="lt1"/>
                </a:solidFill>
              </a:defRPr>
            </a:lvl7pPr>
            <a:lvl8pPr lvl="7" rtl="0" algn="ctr">
              <a:spcBef>
                <a:spcPts val="0"/>
              </a:spcBef>
              <a:spcAft>
                <a:spcPts val="0"/>
              </a:spcAft>
              <a:buClr>
                <a:schemeClr val="lt1"/>
              </a:buClr>
              <a:buSzPts val="9600"/>
              <a:buNone/>
              <a:defRPr sz="9600">
                <a:solidFill>
                  <a:schemeClr val="lt1"/>
                </a:solidFill>
              </a:defRPr>
            </a:lvl8pPr>
            <a:lvl9pPr lvl="8" rtl="0" algn="ctr">
              <a:spcBef>
                <a:spcPts val="0"/>
              </a:spcBef>
              <a:spcAft>
                <a:spcPts val="0"/>
              </a:spcAft>
              <a:buClr>
                <a:schemeClr val="lt1"/>
              </a:buClr>
              <a:buSzPts val="9600"/>
              <a:buNone/>
              <a:defRPr sz="9600">
                <a:solidFill>
                  <a:schemeClr val="lt1"/>
                </a:solidFill>
              </a:defRPr>
            </a:lvl9pPr>
          </a:lstStyle>
          <a:p>
            <a:r>
              <a:t>xx%</a:t>
            </a:r>
          </a:p>
        </p:txBody>
      </p:sp>
      <p:sp>
        <p:nvSpPr>
          <p:cNvPr id="363" name="Google Shape;363;p38"/>
          <p:cNvSpPr txBox="1"/>
          <p:nvPr>
            <p:ph idx="1" type="subTitle"/>
          </p:nvPr>
        </p:nvSpPr>
        <p:spPr>
          <a:xfrm>
            <a:off x="977225" y="2821638"/>
            <a:ext cx="5538000" cy="45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800">
                <a:solidFill>
                  <a:schemeClr val="lt1"/>
                </a:solidFill>
              </a:defRPr>
            </a:lvl1pPr>
            <a:lvl2pPr lvl="1" rtl="0" algn="ctr">
              <a:lnSpc>
                <a:spcPct val="100000"/>
              </a:lnSpc>
              <a:spcBef>
                <a:spcPts val="0"/>
              </a:spcBef>
              <a:spcAft>
                <a:spcPts val="0"/>
              </a:spcAft>
              <a:buClr>
                <a:schemeClr val="lt1"/>
              </a:buClr>
              <a:buSzPts val="1600"/>
              <a:buNone/>
              <a:defRPr sz="1600">
                <a:solidFill>
                  <a:schemeClr val="lt1"/>
                </a:solidFill>
              </a:defRPr>
            </a:lvl2pPr>
            <a:lvl3pPr lvl="2" rtl="0" algn="ctr">
              <a:lnSpc>
                <a:spcPct val="100000"/>
              </a:lnSpc>
              <a:spcBef>
                <a:spcPts val="0"/>
              </a:spcBef>
              <a:spcAft>
                <a:spcPts val="0"/>
              </a:spcAft>
              <a:buClr>
                <a:schemeClr val="lt1"/>
              </a:buClr>
              <a:buSzPts val="1600"/>
              <a:buNone/>
              <a:defRPr sz="1600">
                <a:solidFill>
                  <a:schemeClr val="lt1"/>
                </a:solidFill>
              </a:defRPr>
            </a:lvl3pPr>
            <a:lvl4pPr lvl="3" rtl="0" algn="ctr">
              <a:lnSpc>
                <a:spcPct val="100000"/>
              </a:lnSpc>
              <a:spcBef>
                <a:spcPts val="0"/>
              </a:spcBef>
              <a:spcAft>
                <a:spcPts val="0"/>
              </a:spcAft>
              <a:buClr>
                <a:schemeClr val="lt1"/>
              </a:buClr>
              <a:buSzPts val="1600"/>
              <a:buNone/>
              <a:defRPr sz="1600">
                <a:solidFill>
                  <a:schemeClr val="lt1"/>
                </a:solidFill>
              </a:defRPr>
            </a:lvl4pPr>
            <a:lvl5pPr lvl="4" rtl="0" algn="ctr">
              <a:lnSpc>
                <a:spcPct val="100000"/>
              </a:lnSpc>
              <a:spcBef>
                <a:spcPts val="0"/>
              </a:spcBef>
              <a:spcAft>
                <a:spcPts val="0"/>
              </a:spcAft>
              <a:buClr>
                <a:schemeClr val="lt1"/>
              </a:buClr>
              <a:buSzPts val="1600"/>
              <a:buNone/>
              <a:defRPr sz="1600">
                <a:solidFill>
                  <a:schemeClr val="lt1"/>
                </a:solidFill>
              </a:defRPr>
            </a:lvl5pPr>
            <a:lvl6pPr lvl="5" rtl="0" algn="ctr">
              <a:lnSpc>
                <a:spcPct val="100000"/>
              </a:lnSpc>
              <a:spcBef>
                <a:spcPts val="0"/>
              </a:spcBef>
              <a:spcAft>
                <a:spcPts val="0"/>
              </a:spcAft>
              <a:buClr>
                <a:schemeClr val="lt1"/>
              </a:buClr>
              <a:buSzPts val="1600"/>
              <a:buNone/>
              <a:defRPr sz="1600">
                <a:solidFill>
                  <a:schemeClr val="lt1"/>
                </a:solidFill>
              </a:defRPr>
            </a:lvl6pPr>
            <a:lvl7pPr lvl="6" rtl="0" algn="ctr">
              <a:lnSpc>
                <a:spcPct val="100000"/>
              </a:lnSpc>
              <a:spcBef>
                <a:spcPts val="0"/>
              </a:spcBef>
              <a:spcAft>
                <a:spcPts val="0"/>
              </a:spcAft>
              <a:buClr>
                <a:schemeClr val="lt1"/>
              </a:buClr>
              <a:buSzPts val="1600"/>
              <a:buNone/>
              <a:defRPr sz="1600">
                <a:solidFill>
                  <a:schemeClr val="lt1"/>
                </a:solidFill>
              </a:defRPr>
            </a:lvl7pPr>
            <a:lvl8pPr lvl="7" rtl="0" algn="ctr">
              <a:lnSpc>
                <a:spcPct val="100000"/>
              </a:lnSpc>
              <a:spcBef>
                <a:spcPts val="0"/>
              </a:spcBef>
              <a:spcAft>
                <a:spcPts val="0"/>
              </a:spcAft>
              <a:buClr>
                <a:schemeClr val="lt1"/>
              </a:buClr>
              <a:buSzPts val="1600"/>
              <a:buNone/>
              <a:defRPr sz="1600">
                <a:solidFill>
                  <a:schemeClr val="lt1"/>
                </a:solidFill>
              </a:defRPr>
            </a:lvl8pPr>
            <a:lvl9pPr lvl="8" rtl="0" algn="ctr">
              <a:lnSpc>
                <a:spcPct val="100000"/>
              </a:lnSpc>
              <a:spcBef>
                <a:spcPts val="0"/>
              </a:spcBef>
              <a:spcAft>
                <a:spcPts val="0"/>
              </a:spcAft>
              <a:buClr>
                <a:schemeClr val="lt1"/>
              </a:buClr>
              <a:buSzPts val="1600"/>
              <a:buNone/>
              <a:defRPr sz="1600">
                <a:solidFill>
                  <a:schemeClr val="lt1"/>
                </a:solidFill>
              </a:defRPr>
            </a:lvl9pPr>
          </a:lstStyle>
          <a:p/>
        </p:txBody>
      </p:sp>
      <p:pic>
        <p:nvPicPr>
          <p:cNvPr id="364" name="Google Shape;364;p38"/>
          <p:cNvPicPr preferRelativeResize="0"/>
          <p:nvPr/>
        </p:nvPicPr>
        <p:blipFill rotWithShape="1">
          <a:blip r:embed="rId3">
            <a:alphaModFix amt="75000"/>
          </a:blip>
          <a:srcRect b="0" l="0" r="0" t="0"/>
          <a:stretch/>
        </p:blipFill>
        <p:spPr>
          <a:xfrm rot="6015032">
            <a:off x="3802652" y="445901"/>
            <a:ext cx="7113000" cy="4404125"/>
          </a:xfrm>
          <a:prstGeom prst="rect">
            <a:avLst/>
          </a:prstGeom>
          <a:noFill/>
          <a:ln>
            <a:noFill/>
          </a:ln>
        </p:spPr>
      </p:pic>
      <p:pic>
        <p:nvPicPr>
          <p:cNvPr id="365" name="Google Shape;365;p38"/>
          <p:cNvPicPr preferRelativeResize="0"/>
          <p:nvPr/>
        </p:nvPicPr>
        <p:blipFill rotWithShape="1">
          <a:blip r:embed="rId3">
            <a:alphaModFix amt="75000"/>
          </a:blip>
          <a:srcRect b="0" l="-60" r="0" t="537"/>
          <a:stretch/>
        </p:blipFill>
        <p:spPr>
          <a:xfrm rot="-5399997">
            <a:off x="-1590800" y="1404054"/>
            <a:ext cx="5772273" cy="3552819"/>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66" name="Shape 366"/>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1">
    <p:spTree>
      <p:nvGrpSpPr>
        <p:cNvPr id="367" name="Shape 367"/>
        <p:cNvGrpSpPr/>
        <p:nvPr/>
      </p:nvGrpSpPr>
      <p:grpSpPr>
        <a:xfrm>
          <a:off x="0" y="0"/>
          <a:ext cx="0" cy="0"/>
          <a:chOff x="0" y="0"/>
          <a:chExt cx="0" cy="0"/>
        </a:xfrm>
      </p:grpSpPr>
      <p:pic>
        <p:nvPicPr>
          <p:cNvPr id="368" name="Google Shape;368;p40"/>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369" name="Google Shape;369;p40"/>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0"/>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40"/>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0"/>
          <p:cNvSpPr txBox="1"/>
          <p:nvPr>
            <p:ph type="title"/>
          </p:nvPr>
        </p:nvSpPr>
        <p:spPr>
          <a:xfrm>
            <a:off x="713224" y="1835250"/>
            <a:ext cx="23055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73" name="Google Shape;373;p40"/>
          <p:cNvSpPr txBox="1"/>
          <p:nvPr>
            <p:ph idx="1" type="subTitle"/>
          </p:nvPr>
        </p:nvSpPr>
        <p:spPr>
          <a:xfrm>
            <a:off x="713224"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4" name="Google Shape;374;p40"/>
          <p:cNvSpPr txBox="1"/>
          <p:nvPr>
            <p:ph idx="2" type="title"/>
          </p:nvPr>
        </p:nvSpPr>
        <p:spPr>
          <a:xfrm>
            <a:off x="713224" y="3680488"/>
            <a:ext cx="2305500" cy="52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75" name="Google Shape;375;p40"/>
          <p:cNvSpPr txBox="1"/>
          <p:nvPr>
            <p:ph idx="3" type="subTitle"/>
          </p:nvPr>
        </p:nvSpPr>
        <p:spPr>
          <a:xfrm>
            <a:off x="713224" y="4114613"/>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6" name="Google Shape;376;p40"/>
          <p:cNvSpPr txBox="1"/>
          <p:nvPr>
            <p:ph idx="4" type="title"/>
          </p:nvPr>
        </p:nvSpPr>
        <p:spPr>
          <a:xfrm>
            <a:off x="3419251" y="3680488"/>
            <a:ext cx="2305500" cy="52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77" name="Google Shape;377;p40"/>
          <p:cNvSpPr txBox="1"/>
          <p:nvPr>
            <p:ph idx="5" type="subTitle"/>
          </p:nvPr>
        </p:nvSpPr>
        <p:spPr>
          <a:xfrm>
            <a:off x="3419251" y="4114613"/>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8" name="Google Shape;378;p40"/>
          <p:cNvSpPr txBox="1"/>
          <p:nvPr>
            <p:ph idx="6" type="title"/>
          </p:nvPr>
        </p:nvSpPr>
        <p:spPr>
          <a:xfrm>
            <a:off x="3419251" y="1835250"/>
            <a:ext cx="23055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79" name="Google Shape;379;p40"/>
          <p:cNvSpPr txBox="1"/>
          <p:nvPr>
            <p:ph idx="7" type="subTitle"/>
          </p:nvPr>
        </p:nvSpPr>
        <p:spPr>
          <a:xfrm>
            <a:off x="3419251"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0" name="Google Shape;380;p40"/>
          <p:cNvSpPr txBox="1"/>
          <p:nvPr>
            <p:ph hasCustomPrompt="1" idx="8" type="title"/>
          </p:nvPr>
        </p:nvSpPr>
        <p:spPr>
          <a:xfrm>
            <a:off x="1415374" y="134477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1" name="Google Shape;381;p40"/>
          <p:cNvSpPr txBox="1"/>
          <p:nvPr>
            <p:ph hasCustomPrompt="1" idx="9" type="title"/>
          </p:nvPr>
        </p:nvSpPr>
        <p:spPr>
          <a:xfrm>
            <a:off x="4121401" y="319002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2" name="Google Shape;382;p40"/>
          <p:cNvSpPr txBox="1"/>
          <p:nvPr>
            <p:ph hasCustomPrompt="1" idx="13" type="title"/>
          </p:nvPr>
        </p:nvSpPr>
        <p:spPr>
          <a:xfrm>
            <a:off x="1415374" y="319002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3" name="Google Shape;383;p40"/>
          <p:cNvSpPr txBox="1"/>
          <p:nvPr>
            <p:ph hasCustomPrompt="1" idx="14" type="title"/>
          </p:nvPr>
        </p:nvSpPr>
        <p:spPr>
          <a:xfrm>
            <a:off x="4121401" y="134477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4" name="Google Shape;384;p40"/>
          <p:cNvSpPr txBox="1"/>
          <p:nvPr>
            <p:ph idx="15" type="title"/>
          </p:nvPr>
        </p:nvSpPr>
        <p:spPr>
          <a:xfrm>
            <a:off x="6125276" y="3680488"/>
            <a:ext cx="2305500" cy="52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85" name="Google Shape;385;p40"/>
          <p:cNvSpPr txBox="1"/>
          <p:nvPr>
            <p:ph idx="16" type="subTitle"/>
          </p:nvPr>
        </p:nvSpPr>
        <p:spPr>
          <a:xfrm>
            <a:off x="6125276" y="4114613"/>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6" name="Google Shape;386;p40"/>
          <p:cNvSpPr txBox="1"/>
          <p:nvPr>
            <p:ph idx="17" type="title"/>
          </p:nvPr>
        </p:nvSpPr>
        <p:spPr>
          <a:xfrm>
            <a:off x="6125276" y="1835250"/>
            <a:ext cx="23055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387" name="Google Shape;387;p40"/>
          <p:cNvSpPr txBox="1"/>
          <p:nvPr>
            <p:ph idx="18" type="subTitle"/>
          </p:nvPr>
        </p:nvSpPr>
        <p:spPr>
          <a:xfrm>
            <a:off x="6125276" y="22693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8" name="Google Shape;388;p40"/>
          <p:cNvSpPr txBox="1"/>
          <p:nvPr>
            <p:ph hasCustomPrompt="1" idx="19" type="title"/>
          </p:nvPr>
        </p:nvSpPr>
        <p:spPr>
          <a:xfrm>
            <a:off x="6827426" y="319002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89" name="Google Shape;389;p40"/>
          <p:cNvSpPr txBox="1"/>
          <p:nvPr>
            <p:ph hasCustomPrompt="1" idx="20" type="title"/>
          </p:nvPr>
        </p:nvSpPr>
        <p:spPr>
          <a:xfrm>
            <a:off x="6827426" y="1344775"/>
            <a:ext cx="901200" cy="447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pic>
        <p:nvPicPr>
          <p:cNvPr id="390" name="Google Shape;390;p40"/>
          <p:cNvPicPr preferRelativeResize="0"/>
          <p:nvPr/>
        </p:nvPicPr>
        <p:blipFill>
          <a:blip r:embed="rId3">
            <a:alphaModFix amt="75000"/>
          </a:blip>
          <a:stretch>
            <a:fillRect/>
          </a:stretch>
        </p:blipFill>
        <p:spPr>
          <a:xfrm rot="-5400000">
            <a:off x="-1377750" y="2269750"/>
            <a:ext cx="4857272" cy="3007325"/>
          </a:xfrm>
          <a:prstGeom prst="rect">
            <a:avLst/>
          </a:prstGeom>
          <a:noFill/>
          <a:ln>
            <a:noFill/>
          </a:ln>
        </p:spPr>
      </p:pic>
      <p:pic>
        <p:nvPicPr>
          <p:cNvPr id="391" name="Google Shape;391;p40"/>
          <p:cNvPicPr preferRelativeResize="0"/>
          <p:nvPr/>
        </p:nvPicPr>
        <p:blipFill>
          <a:blip r:embed="rId3">
            <a:alphaModFix amt="75000"/>
          </a:blip>
          <a:stretch>
            <a:fillRect/>
          </a:stretch>
        </p:blipFill>
        <p:spPr>
          <a:xfrm rot="5400000">
            <a:off x="5366340" y="82974"/>
            <a:ext cx="5095572" cy="3154876"/>
          </a:xfrm>
          <a:prstGeom prst="rect">
            <a:avLst/>
          </a:prstGeom>
          <a:noFill/>
          <a:ln>
            <a:noFill/>
          </a:ln>
        </p:spPr>
      </p:pic>
      <p:sp>
        <p:nvSpPr>
          <p:cNvPr id="392" name="Google Shape;392;p40"/>
          <p:cNvSpPr txBox="1"/>
          <p:nvPr>
            <p:ph idx="21"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393" name="Shape 393"/>
        <p:cNvGrpSpPr/>
        <p:nvPr/>
      </p:nvGrpSpPr>
      <p:grpSpPr>
        <a:xfrm>
          <a:off x="0" y="0"/>
          <a:ext cx="0" cy="0"/>
          <a:chOff x="0" y="0"/>
          <a:chExt cx="0" cy="0"/>
        </a:xfrm>
      </p:grpSpPr>
      <p:pic>
        <p:nvPicPr>
          <p:cNvPr id="394" name="Google Shape;394;p41"/>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395" name="Google Shape;395;p41"/>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41"/>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1"/>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1"/>
          <p:cNvSpPr txBox="1"/>
          <p:nvPr>
            <p:ph type="title"/>
          </p:nvPr>
        </p:nvSpPr>
        <p:spPr>
          <a:xfrm>
            <a:off x="1486024" y="3068248"/>
            <a:ext cx="6172200" cy="446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2500"/>
              <a:buNone/>
              <a:defRPr sz="2200">
                <a:solidFill>
                  <a:schemeClr val="accent1"/>
                </a:solidFill>
              </a:defRPr>
            </a:lvl1pPr>
            <a:lvl2pPr lvl="1" rtl="0" algn="ctr">
              <a:spcBef>
                <a:spcPts val="0"/>
              </a:spcBef>
              <a:spcAft>
                <a:spcPts val="0"/>
              </a:spcAft>
              <a:buClr>
                <a:schemeClr val="lt1"/>
              </a:buClr>
              <a:buSzPts val="3000"/>
              <a:buNone/>
              <a:defRPr sz="3000">
                <a:solidFill>
                  <a:schemeClr val="lt1"/>
                </a:solidFill>
              </a:defRPr>
            </a:lvl2pPr>
            <a:lvl3pPr lvl="2" rtl="0" algn="ctr">
              <a:spcBef>
                <a:spcPts val="0"/>
              </a:spcBef>
              <a:spcAft>
                <a:spcPts val="0"/>
              </a:spcAft>
              <a:buClr>
                <a:schemeClr val="lt1"/>
              </a:buClr>
              <a:buSzPts val="3000"/>
              <a:buNone/>
              <a:defRPr sz="3000">
                <a:solidFill>
                  <a:schemeClr val="lt1"/>
                </a:solidFill>
              </a:defRPr>
            </a:lvl3pPr>
            <a:lvl4pPr lvl="3" rtl="0" algn="ctr">
              <a:spcBef>
                <a:spcPts val="0"/>
              </a:spcBef>
              <a:spcAft>
                <a:spcPts val="0"/>
              </a:spcAft>
              <a:buClr>
                <a:schemeClr val="lt1"/>
              </a:buClr>
              <a:buSzPts val="3000"/>
              <a:buNone/>
              <a:defRPr sz="3000">
                <a:solidFill>
                  <a:schemeClr val="lt1"/>
                </a:solidFill>
              </a:defRPr>
            </a:lvl4pPr>
            <a:lvl5pPr lvl="4" rtl="0" algn="ctr">
              <a:spcBef>
                <a:spcPts val="0"/>
              </a:spcBef>
              <a:spcAft>
                <a:spcPts val="0"/>
              </a:spcAft>
              <a:buClr>
                <a:schemeClr val="lt1"/>
              </a:buClr>
              <a:buSzPts val="3000"/>
              <a:buNone/>
              <a:defRPr sz="3000">
                <a:solidFill>
                  <a:schemeClr val="lt1"/>
                </a:solidFill>
              </a:defRPr>
            </a:lvl5pPr>
            <a:lvl6pPr lvl="5" rtl="0" algn="ctr">
              <a:spcBef>
                <a:spcPts val="0"/>
              </a:spcBef>
              <a:spcAft>
                <a:spcPts val="0"/>
              </a:spcAft>
              <a:buClr>
                <a:schemeClr val="lt1"/>
              </a:buClr>
              <a:buSzPts val="3000"/>
              <a:buNone/>
              <a:defRPr sz="3000">
                <a:solidFill>
                  <a:schemeClr val="lt1"/>
                </a:solidFill>
              </a:defRPr>
            </a:lvl6pPr>
            <a:lvl7pPr lvl="6" rtl="0" algn="ctr">
              <a:spcBef>
                <a:spcPts val="0"/>
              </a:spcBef>
              <a:spcAft>
                <a:spcPts val="0"/>
              </a:spcAft>
              <a:buClr>
                <a:schemeClr val="lt1"/>
              </a:buClr>
              <a:buSzPts val="3000"/>
              <a:buNone/>
              <a:defRPr sz="3000">
                <a:solidFill>
                  <a:schemeClr val="lt1"/>
                </a:solidFill>
              </a:defRPr>
            </a:lvl7pPr>
            <a:lvl8pPr lvl="7" rtl="0" algn="ctr">
              <a:spcBef>
                <a:spcPts val="0"/>
              </a:spcBef>
              <a:spcAft>
                <a:spcPts val="0"/>
              </a:spcAft>
              <a:buClr>
                <a:schemeClr val="lt1"/>
              </a:buClr>
              <a:buSzPts val="3000"/>
              <a:buNone/>
              <a:defRPr sz="3000">
                <a:solidFill>
                  <a:schemeClr val="lt1"/>
                </a:solidFill>
              </a:defRPr>
            </a:lvl8pPr>
            <a:lvl9pPr lvl="8" rtl="0" algn="ctr">
              <a:spcBef>
                <a:spcPts val="0"/>
              </a:spcBef>
              <a:spcAft>
                <a:spcPts val="0"/>
              </a:spcAft>
              <a:buClr>
                <a:schemeClr val="lt1"/>
              </a:buClr>
              <a:buSzPts val="3000"/>
              <a:buNone/>
              <a:defRPr sz="3000">
                <a:solidFill>
                  <a:schemeClr val="lt1"/>
                </a:solidFill>
              </a:defRPr>
            </a:lvl9pPr>
          </a:lstStyle>
          <a:p/>
        </p:txBody>
      </p:sp>
      <p:sp>
        <p:nvSpPr>
          <p:cNvPr id="399" name="Google Shape;399;p41"/>
          <p:cNvSpPr txBox="1"/>
          <p:nvPr>
            <p:ph idx="1" type="subTitle"/>
          </p:nvPr>
        </p:nvSpPr>
        <p:spPr>
          <a:xfrm>
            <a:off x="1485800" y="1628863"/>
            <a:ext cx="6172200" cy="1498200"/>
          </a:xfrm>
          <a:prstGeom prst="rect">
            <a:avLst/>
          </a:prstGeom>
          <a:noFill/>
        </p:spPr>
        <p:txBody>
          <a:bodyPr anchorCtr="0" anchor="b" bIns="91425" lIns="91425" spcFirstLastPara="1" rIns="91425" wrap="square" tIns="91425">
            <a:noAutofit/>
          </a:bodyPr>
          <a:lstStyle>
            <a:lvl1pPr lvl="0" rtl="0" algn="r">
              <a:lnSpc>
                <a:spcPct val="100000"/>
              </a:lnSpc>
              <a:spcBef>
                <a:spcPts val="0"/>
              </a:spcBef>
              <a:spcAft>
                <a:spcPts val="0"/>
              </a:spcAft>
              <a:buClr>
                <a:schemeClr val="lt1"/>
              </a:buClr>
              <a:buSzPts val="2500"/>
              <a:buNone/>
              <a:defRPr sz="2600">
                <a:solidFill>
                  <a:schemeClr val="lt1"/>
                </a:solidFill>
              </a:defRPr>
            </a:lvl1pPr>
            <a:lvl2pPr lvl="1" rtl="0" algn="ctr">
              <a:lnSpc>
                <a:spcPct val="100000"/>
              </a:lnSpc>
              <a:spcBef>
                <a:spcPts val="0"/>
              </a:spcBef>
              <a:spcAft>
                <a:spcPts val="0"/>
              </a:spcAft>
              <a:buClr>
                <a:schemeClr val="lt1"/>
              </a:buClr>
              <a:buSzPts val="2500"/>
              <a:buNone/>
              <a:defRPr sz="2500">
                <a:solidFill>
                  <a:schemeClr val="lt1"/>
                </a:solidFill>
              </a:defRPr>
            </a:lvl2pPr>
            <a:lvl3pPr lvl="2" rtl="0" algn="ctr">
              <a:lnSpc>
                <a:spcPct val="100000"/>
              </a:lnSpc>
              <a:spcBef>
                <a:spcPts val="0"/>
              </a:spcBef>
              <a:spcAft>
                <a:spcPts val="0"/>
              </a:spcAft>
              <a:buClr>
                <a:schemeClr val="lt1"/>
              </a:buClr>
              <a:buSzPts val="2500"/>
              <a:buNone/>
              <a:defRPr sz="2500">
                <a:solidFill>
                  <a:schemeClr val="lt1"/>
                </a:solidFill>
              </a:defRPr>
            </a:lvl3pPr>
            <a:lvl4pPr lvl="3" rtl="0" algn="ctr">
              <a:lnSpc>
                <a:spcPct val="100000"/>
              </a:lnSpc>
              <a:spcBef>
                <a:spcPts val="0"/>
              </a:spcBef>
              <a:spcAft>
                <a:spcPts val="0"/>
              </a:spcAft>
              <a:buClr>
                <a:schemeClr val="lt1"/>
              </a:buClr>
              <a:buSzPts val="2500"/>
              <a:buNone/>
              <a:defRPr sz="2500">
                <a:solidFill>
                  <a:schemeClr val="lt1"/>
                </a:solidFill>
              </a:defRPr>
            </a:lvl4pPr>
            <a:lvl5pPr lvl="4" rtl="0" algn="ctr">
              <a:lnSpc>
                <a:spcPct val="100000"/>
              </a:lnSpc>
              <a:spcBef>
                <a:spcPts val="0"/>
              </a:spcBef>
              <a:spcAft>
                <a:spcPts val="0"/>
              </a:spcAft>
              <a:buClr>
                <a:schemeClr val="lt1"/>
              </a:buClr>
              <a:buSzPts val="2500"/>
              <a:buNone/>
              <a:defRPr sz="2500">
                <a:solidFill>
                  <a:schemeClr val="lt1"/>
                </a:solidFill>
              </a:defRPr>
            </a:lvl5pPr>
            <a:lvl6pPr lvl="5" rtl="0" algn="ctr">
              <a:lnSpc>
                <a:spcPct val="100000"/>
              </a:lnSpc>
              <a:spcBef>
                <a:spcPts val="0"/>
              </a:spcBef>
              <a:spcAft>
                <a:spcPts val="0"/>
              </a:spcAft>
              <a:buClr>
                <a:schemeClr val="lt1"/>
              </a:buClr>
              <a:buSzPts val="2500"/>
              <a:buNone/>
              <a:defRPr sz="2500">
                <a:solidFill>
                  <a:schemeClr val="lt1"/>
                </a:solidFill>
              </a:defRPr>
            </a:lvl6pPr>
            <a:lvl7pPr lvl="6" rtl="0" algn="ctr">
              <a:lnSpc>
                <a:spcPct val="100000"/>
              </a:lnSpc>
              <a:spcBef>
                <a:spcPts val="0"/>
              </a:spcBef>
              <a:spcAft>
                <a:spcPts val="0"/>
              </a:spcAft>
              <a:buClr>
                <a:schemeClr val="lt1"/>
              </a:buClr>
              <a:buSzPts val="2500"/>
              <a:buNone/>
              <a:defRPr sz="2500">
                <a:solidFill>
                  <a:schemeClr val="lt1"/>
                </a:solidFill>
              </a:defRPr>
            </a:lvl7pPr>
            <a:lvl8pPr lvl="7" rtl="0" algn="ctr">
              <a:lnSpc>
                <a:spcPct val="100000"/>
              </a:lnSpc>
              <a:spcBef>
                <a:spcPts val="0"/>
              </a:spcBef>
              <a:spcAft>
                <a:spcPts val="0"/>
              </a:spcAft>
              <a:buClr>
                <a:schemeClr val="lt1"/>
              </a:buClr>
              <a:buSzPts val="2500"/>
              <a:buNone/>
              <a:defRPr sz="2500">
                <a:solidFill>
                  <a:schemeClr val="lt1"/>
                </a:solidFill>
              </a:defRPr>
            </a:lvl8pPr>
            <a:lvl9pPr lvl="8" rtl="0" algn="ctr">
              <a:lnSpc>
                <a:spcPct val="100000"/>
              </a:lnSpc>
              <a:spcBef>
                <a:spcPts val="0"/>
              </a:spcBef>
              <a:spcAft>
                <a:spcPts val="0"/>
              </a:spcAft>
              <a:buClr>
                <a:schemeClr val="lt1"/>
              </a:buClr>
              <a:buSzPts val="2500"/>
              <a:buNone/>
              <a:defRPr sz="2500">
                <a:solidFill>
                  <a:schemeClr val="lt1"/>
                </a:solidFill>
              </a:defRPr>
            </a:lvl9pPr>
          </a:lstStyle>
          <a:p/>
        </p:txBody>
      </p:sp>
      <p:pic>
        <p:nvPicPr>
          <p:cNvPr id="400" name="Google Shape;400;p41"/>
          <p:cNvPicPr preferRelativeResize="0"/>
          <p:nvPr/>
        </p:nvPicPr>
        <p:blipFill rotWithShape="1">
          <a:blip r:embed="rId3">
            <a:alphaModFix amt="75000"/>
          </a:blip>
          <a:srcRect b="0" l="0" r="0" t="0"/>
          <a:stretch/>
        </p:blipFill>
        <p:spPr>
          <a:xfrm>
            <a:off x="-1436100" y="-758750"/>
            <a:ext cx="6816174" cy="4220351"/>
          </a:xfrm>
          <a:prstGeom prst="rect">
            <a:avLst/>
          </a:prstGeom>
          <a:noFill/>
          <a:ln>
            <a:noFill/>
          </a:ln>
        </p:spPr>
      </p:pic>
      <p:pic>
        <p:nvPicPr>
          <p:cNvPr id="401" name="Google Shape;401;p41"/>
          <p:cNvPicPr preferRelativeResize="0"/>
          <p:nvPr/>
        </p:nvPicPr>
        <p:blipFill rotWithShape="1">
          <a:blip r:embed="rId3">
            <a:alphaModFix amt="75000"/>
          </a:blip>
          <a:srcRect b="0" l="-60" r="0" t="537"/>
          <a:stretch/>
        </p:blipFill>
        <p:spPr>
          <a:xfrm rot="-10799997">
            <a:off x="4648077" y="1876429"/>
            <a:ext cx="5772273" cy="3552819"/>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_2">
    <p:spTree>
      <p:nvGrpSpPr>
        <p:cNvPr id="402" name="Shape 402"/>
        <p:cNvGrpSpPr/>
        <p:nvPr/>
      </p:nvGrpSpPr>
      <p:grpSpPr>
        <a:xfrm>
          <a:off x="0" y="0"/>
          <a:ext cx="0" cy="0"/>
          <a:chOff x="0" y="0"/>
          <a:chExt cx="0" cy="0"/>
        </a:xfrm>
      </p:grpSpPr>
      <p:pic>
        <p:nvPicPr>
          <p:cNvPr id="403" name="Google Shape;403;p42"/>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404" name="Google Shape;404;p4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2"/>
          <p:cNvSpPr txBox="1"/>
          <p:nvPr>
            <p:ph type="title"/>
          </p:nvPr>
        </p:nvSpPr>
        <p:spPr>
          <a:xfrm>
            <a:off x="964750" y="1536350"/>
            <a:ext cx="2947500" cy="55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8" name="Google Shape;408;p42"/>
          <p:cNvSpPr txBox="1"/>
          <p:nvPr>
            <p:ph idx="1" type="subTitle"/>
          </p:nvPr>
        </p:nvSpPr>
        <p:spPr>
          <a:xfrm rot="350">
            <a:off x="964550" y="2381675"/>
            <a:ext cx="2947500" cy="14046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1400"/>
              <a:buNone/>
              <a:defRPr sz="1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09" name="Google Shape;409;p42"/>
          <p:cNvPicPr preferRelativeResize="0"/>
          <p:nvPr/>
        </p:nvPicPr>
        <p:blipFill rotWithShape="1">
          <a:blip r:embed="rId3">
            <a:alphaModFix amt="75000"/>
          </a:blip>
          <a:srcRect b="0" l="20572" r="0" t="8876"/>
          <a:stretch/>
        </p:blipFill>
        <p:spPr>
          <a:xfrm rot="10800000">
            <a:off x="4713096" y="1967777"/>
            <a:ext cx="4497577" cy="3194774"/>
          </a:xfrm>
          <a:prstGeom prst="rect">
            <a:avLst/>
          </a:prstGeom>
          <a:noFill/>
          <a:ln>
            <a:noFill/>
          </a:ln>
        </p:spPr>
      </p:pic>
      <p:pic>
        <p:nvPicPr>
          <p:cNvPr id="410" name="Google Shape;410;p42"/>
          <p:cNvPicPr preferRelativeResize="0"/>
          <p:nvPr/>
        </p:nvPicPr>
        <p:blipFill rotWithShape="1">
          <a:blip r:embed="rId3">
            <a:alphaModFix amt="75000"/>
          </a:blip>
          <a:srcRect b="0" l="20886" r="0" t="8232"/>
          <a:stretch/>
        </p:blipFill>
        <p:spPr>
          <a:xfrm rot="4">
            <a:off x="-66675" y="-190497"/>
            <a:ext cx="4563850" cy="3277869"/>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_1_1_1">
    <p:spTree>
      <p:nvGrpSpPr>
        <p:cNvPr id="411" name="Shape 411"/>
        <p:cNvGrpSpPr/>
        <p:nvPr/>
      </p:nvGrpSpPr>
      <p:grpSpPr>
        <a:xfrm>
          <a:off x="0" y="0"/>
          <a:ext cx="0" cy="0"/>
          <a:chOff x="0" y="0"/>
          <a:chExt cx="0" cy="0"/>
        </a:xfrm>
      </p:grpSpPr>
      <p:pic>
        <p:nvPicPr>
          <p:cNvPr id="412" name="Google Shape;412;p43"/>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413" name="Google Shape;413;p4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4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3"/>
          <p:cNvSpPr txBox="1"/>
          <p:nvPr>
            <p:ph idx="1" type="body"/>
          </p:nvPr>
        </p:nvSpPr>
        <p:spPr>
          <a:xfrm>
            <a:off x="720000" y="1456400"/>
            <a:ext cx="7704000" cy="259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dk2"/>
              </a:buClr>
              <a:buSzPts val="1200"/>
              <a:buChar char="●"/>
              <a:defRPr b="1" sz="1200"/>
            </a:lvl1pPr>
            <a:lvl2pPr indent="-317500" lvl="1" marL="914400" rtl="0">
              <a:spcBef>
                <a:spcPts val="0"/>
              </a:spcBef>
              <a:spcAft>
                <a:spcPts val="0"/>
              </a:spcAft>
              <a:buClr>
                <a:schemeClr val="lt1"/>
              </a:buClr>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17" name="Google Shape;417;p43"/>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8" name="Google Shape;418;p43"/>
          <p:cNvPicPr preferRelativeResize="0"/>
          <p:nvPr/>
        </p:nvPicPr>
        <p:blipFill rotWithShape="1">
          <a:blip r:embed="rId3">
            <a:alphaModFix amt="75000"/>
          </a:blip>
          <a:srcRect b="0" l="0" r="0" t="0"/>
          <a:stretch/>
        </p:blipFill>
        <p:spPr>
          <a:xfrm rot="5400000">
            <a:off x="5369415" y="-442041"/>
            <a:ext cx="5662423" cy="3506001"/>
          </a:xfrm>
          <a:prstGeom prst="rect">
            <a:avLst/>
          </a:prstGeom>
          <a:noFill/>
          <a:ln>
            <a:noFill/>
          </a:ln>
        </p:spPr>
      </p:pic>
      <p:pic>
        <p:nvPicPr>
          <p:cNvPr id="419" name="Google Shape;419;p43"/>
          <p:cNvPicPr preferRelativeResize="0"/>
          <p:nvPr/>
        </p:nvPicPr>
        <p:blipFill rotWithShape="1">
          <a:blip r:embed="rId3">
            <a:alphaModFix amt="75000"/>
          </a:blip>
          <a:srcRect b="0" l="-60" r="0" t="537"/>
          <a:stretch/>
        </p:blipFill>
        <p:spPr>
          <a:xfrm rot="-5399997">
            <a:off x="-1828923" y="1781179"/>
            <a:ext cx="5772273" cy="3552819"/>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2">
    <p:spTree>
      <p:nvGrpSpPr>
        <p:cNvPr id="420" name="Shape 420"/>
        <p:cNvGrpSpPr/>
        <p:nvPr/>
      </p:nvGrpSpPr>
      <p:grpSpPr>
        <a:xfrm>
          <a:off x="0" y="0"/>
          <a:ext cx="0" cy="0"/>
          <a:chOff x="0" y="0"/>
          <a:chExt cx="0" cy="0"/>
        </a:xfrm>
      </p:grpSpPr>
      <p:pic>
        <p:nvPicPr>
          <p:cNvPr id="421" name="Google Shape;421;p44"/>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422" name="Google Shape;422;p44"/>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44"/>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44"/>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44"/>
          <p:cNvSpPr txBox="1"/>
          <p:nvPr>
            <p:ph idx="1" type="body"/>
          </p:nvPr>
        </p:nvSpPr>
        <p:spPr>
          <a:xfrm>
            <a:off x="713225" y="1475125"/>
            <a:ext cx="7717500" cy="312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26" name="Google Shape;426;p44"/>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7" name="Google Shape;427;p44"/>
          <p:cNvPicPr preferRelativeResize="0"/>
          <p:nvPr/>
        </p:nvPicPr>
        <p:blipFill rotWithShape="1">
          <a:blip r:embed="rId3">
            <a:alphaModFix amt="75000"/>
          </a:blip>
          <a:srcRect b="73706" l="-60" r="0" t="536"/>
          <a:stretch/>
        </p:blipFill>
        <p:spPr>
          <a:xfrm rot="5400003">
            <a:off x="-2495438" y="2110890"/>
            <a:ext cx="5461376" cy="870545"/>
          </a:xfrm>
          <a:prstGeom prst="rect">
            <a:avLst/>
          </a:prstGeom>
          <a:noFill/>
          <a:ln>
            <a:noFill/>
          </a:ln>
        </p:spPr>
      </p:pic>
      <p:pic>
        <p:nvPicPr>
          <p:cNvPr id="428" name="Google Shape;428;p44"/>
          <p:cNvPicPr preferRelativeResize="0"/>
          <p:nvPr/>
        </p:nvPicPr>
        <p:blipFill rotWithShape="1">
          <a:blip r:embed="rId3">
            <a:alphaModFix amt="75000"/>
          </a:blip>
          <a:srcRect b="73706" l="-60" r="0" t="536"/>
          <a:stretch/>
        </p:blipFill>
        <p:spPr>
          <a:xfrm rot="-5399997">
            <a:off x="6178013" y="2110891"/>
            <a:ext cx="5461376" cy="87054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
    <p:spTree>
      <p:nvGrpSpPr>
        <p:cNvPr id="429" name="Shape 429"/>
        <p:cNvGrpSpPr/>
        <p:nvPr/>
      </p:nvGrpSpPr>
      <p:grpSpPr>
        <a:xfrm>
          <a:off x="0" y="0"/>
          <a:ext cx="0" cy="0"/>
          <a:chOff x="0" y="0"/>
          <a:chExt cx="0" cy="0"/>
        </a:xfrm>
      </p:grpSpPr>
      <p:pic>
        <p:nvPicPr>
          <p:cNvPr id="430" name="Google Shape;430;p45"/>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431" name="Google Shape;431;p45"/>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45"/>
          <p:cNvSpPr txBox="1"/>
          <p:nvPr>
            <p:ph type="title"/>
          </p:nvPr>
        </p:nvSpPr>
        <p:spPr>
          <a:xfrm rot="-1114">
            <a:off x="726775" y="2183450"/>
            <a:ext cx="2778300" cy="827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33" name="Google Shape;433;p45"/>
          <p:cNvSpPr txBox="1"/>
          <p:nvPr>
            <p:ph idx="1" type="subTitle"/>
          </p:nvPr>
        </p:nvSpPr>
        <p:spPr>
          <a:xfrm rot="371">
            <a:off x="726775" y="2991552"/>
            <a:ext cx="2778300" cy="4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4" name="Google Shape;434;p45"/>
          <p:cNvSpPr txBox="1"/>
          <p:nvPr>
            <p:ph idx="2" type="title"/>
          </p:nvPr>
        </p:nvSpPr>
        <p:spPr>
          <a:xfrm>
            <a:off x="3189587" y="3304275"/>
            <a:ext cx="27783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35" name="Google Shape;435;p45"/>
          <p:cNvSpPr txBox="1"/>
          <p:nvPr>
            <p:ph idx="3" type="subTitle"/>
          </p:nvPr>
        </p:nvSpPr>
        <p:spPr>
          <a:xfrm>
            <a:off x="3189587" y="4114925"/>
            <a:ext cx="2778300" cy="48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6" name="Google Shape;436;p45"/>
          <p:cNvSpPr txBox="1"/>
          <p:nvPr>
            <p:ph idx="4" type="title"/>
          </p:nvPr>
        </p:nvSpPr>
        <p:spPr>
          <a:xfrm>
            <a:off x="5652399" y="2182150"/>
            <a:ext cx="27783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37" name="Google Shape;437;p45"/>
          <p:cNvSpPr txBox="1"/>
          <p:nvPr>
            <p:ph idx="5" type="subTitle"/>
          </p:nvPr>
        </p:nvSpPr>
        <p:spPr>
          <a:xfrm>
            <a:off x="5652399" y="2991875"/>
            <a:ext cx="2778300" cy="4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38" name="Google Shape;438;p45"/>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5"/>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0" name="Google Shape;440;p45"/>
          <p:cNvPicPr preferRelativeResize="0"/>
          <p:nvPr/>
        </p:nvPicPr>
        <p:blipFill rotWithShape="1">
          <a:blip r:embed="rId3">
            <a:alphaModFix amt="75000"/>
          </a:blip>
          <a:srcRect b="0" l="16597" r="0" t="23395"/>
          <a:stretch/>
        </p:blipFill>
        <p:spPr>
          <a:xfrm rot="-5400000">
            <a:off x="-1349762" y="941737"/>
            <a:ext cx="5684874" cy="3233001"/>
          </a:xfrm>
          <a:prstGeom prst="rect">
            <a:avLst/>
          </a:prstGeom>
          <a:noFill/>
          <a:ln>
            <a:noFill/>
          </a:ln>
        </p:spPr>
      </p:pic>
      <p:pic>
        <p:nvPicPr>
          <p:cNvPr id="441" name="Google Shape;441;p45"/>
          <p:cNvPicPr preferRelativeResize="0"/>
          <p:nvPr/>
        </p:nvPicPr>
        <p:blipFill rotWithShape="1">
          <a:blip r:embed="rId3">
            <a:alphaModFix amt="75000"/>
          </a:blip>
          <a:srcRect b="0" l="23059" r="0" t="16269"/>
          <a:stretch/>
        </p:blipFill>
        <p:spPr>
          <a:xfrm rot="5400004">
            <a:off x="5600637" y="400113"/>
            <a:ext cx="4438774" cy="2990847"/>
          </a:xfrm>
          <a:prstGeom prst="rect">
            <a:avLst/>
          </a:prstGeom>
          <a:noFill/>
          <a:ln>
            <a:noFill/>
          </a:ln>
        </p:spPr>
      </p:pic>
      <p:sp>
        <p:nvSpPr>
          <p:cNvPr id="442" name="Google Shape;442;p45"/>
          <p:cNvSpPr txBox="1"/>
          <p:nvPr>
            <p:ph idx="6"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_1">
    <p:spTree>
      <p:nvGrpSpPr>
        <p:cNvPr id="443" name="Shape 443"/>
        <p:cNvGrpSpPr/>
        <p:nvPr/>
      </p:nvGrpSpPr>
      <p:grpSpPr>
        <a:xfrm>
          <a:off x="0" y="0"/>
          <a:ext cx="0" cy="0"/>
          <a:chOff x="0" y="0"/>
          <a:chExt cx="0" cy="0"/>
        </a:xfrm>
      </p:grpSpPr>
      <p:pic>
        <p:nvPicPr>
          <p:cNvPr id="444" name="Google Shape;444;p46"/>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445" name="Google Shape;445;p46"/>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6"/>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6"/>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6"/>
          <p:cNvSpPr txBox="1"/>
          <p:nvPr>
            <p:ph type="title"/>
          </p:nvPr>
        </p:nvSpPr>
        <p:spPr>
          <a:xfrm>
            <a:off x="1600200" y="1345325"/>
            <a:ext cx="5943600" cy="38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49" name="Google Shape;449;p46"/>
          <p:cNvSpPr txBox="1"/>
          <p:nvPr>
            <p:ph idx="1" type="subTitle"/>
          </p:nvPr>
        </p:nvSpPr>
        <p:spPr>
          <a:xfrm>
            <a:off x="1600200" y="1576824"/>
            <a:ext cx="5943600" cy="76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0" name="Google Shape;450;p46"/>
          <p:cNvSpPr txBox="1"/>
          <p:nvPr>
            <p:ph idx="2" type="title"/>
          </p:nvPr>
        </p:nvSpPr>
        <p:spPr>
          <a:xfrm>
            <a:off x="1600200" y="2491787"/>
            <a:ext cx="5943600" cy="38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51" name="Google Shape;451;p46"/>
          <p:cNvSpPr txBox="1"/>
          <p:nvPr>
            <p:ph idx="3" type="subTitle"/>
          </p:nvPr>
        </p:nvSpPr>
        <p:spPr>
          <a:xfrm>
            <a:off x="1600200" y="2721226"/>
            <a:ext cx="5943600" cy="78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2" name="Google Shape;452;p46"/>
          <p:cNvSpPr txBox="1"/>
          <p:nvPr>
            <p:ph idx="4" type="title"/>
          </p:nvPr>
        </p:nvSpPr>
        <p:spPr>
          <a:xfrm>
            <a:off x="1593425" y="3636142"/>
            <a:ext cx="5943600" cy="38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53" name="Google Shape;453;p46"/>
          <p:cNvSpPr txBox="1"/>
          <p:nvPr>
            <p:ph idx="5" type="subTitle"/>
          </p:nvPr>
        </p:nvSpPr>
        <p:spPr>
          <a:xfrm>
            <a:off x="1593425" y="3867801"/>
            <a:ext cx="5943600" cy="76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454" name="Google Shape;454;p46"/>
          <p:cNvPicPr preferRelativeResize="0"/>
          <p:nvPr/>
        </p:nvPicPr>
        <p:blipFill rotWithShape="1">
          <a:blip r:embed="rId3">
            <a:alphaModFix amt="75000"/>
          </a:blip>
          <a:srcRect b="66797" l="-60" r="0" t="536"/>
          <a:stretch/>
        </p:blipFill>
        <p:spPr>
          <a:xfrm rot="-5399997">
            <a:off x="5922077" y="1921653"/>
            <a:ext cx="5772273" cy="1166871"/>
          </a:xfrm>
          <a:prstGeom prst="rect">
            <a:avLst/>
          </a:prstGeom>
          <a:noFill/>
          <a:ln>
            <a:noFill/>
          </a:ln>
        </p:spPr>
      </p:pic>
      <p:pic>
        <p:nvPicPr>
          <p:cNvPr id="455" name="Google Shape;455;p46"/>
          <p:cNvPicPr preferRelativeResize="0"/>
          <p:nvPr/>
        </p:nvPicPr>
        <p:blipFill rotWithShape="1">
          <a:blip r:embed="rId3">
            <a:alphaModFix amt="75000"/>
          </a:blip>
          <a:srcRect b="66797" l="-60" r="0" t="536"/>
          <a:stretch/>
        </p:blipFill>
        <p:spPr>
          <a:xfrm rot="5400003">
            <a:off x="-2553948" y="1988316"/>
            <a:ext cx="5772273" cy="1166871"/>
          </a:xfrm>
          <a:prstGeom prst="rect">
            <a:avLst/>
          </a:prstGeom>
          <a:noFill/>
          <a:ln>
            <a:noFill/>
          </a:ln>
        </p:spPr>
      </p:pic>
      <p:sp>
        <p:nvSpPr>
          <p:cNvPr id="456" name="Google Shape;456;p46"/>
          <p:cNvSpPr txBox="1"/>
          <p:nvPr>
            <p:ph idx="6"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lnSpc>
                <a:spcPct val="115000"/>
              </a:lnSpc>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4_2">
    <p:spTree>
      <p:nvGrpSpPr>
        <p:cNvPr id="457" name="Shape 457"/>
        <p:cNvGrpSpPr/>
        <p:nvPr/>
      </p:nvGrpSpPr>
      <p:grpSpPr>
        <a:xfrm>
          <a:off x="0" y="0"/>
          <a:ext cx="0" cy="0"/>
          <a:chOff x="0" y="0"/>
          <a:chExt cx="0" cy="0"/>
        </a:xfrm>
      </p:grpSpPr>
      <p:pic>
        <p:nvPicPr>
          <p:cNvPr id="458" name="Google Shape;458;p47"/>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459" name="Google Shape;459;p47"/>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7"/>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7"/>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7"/>
          <p:cNvSpPr txBox="1"/>
          <p:nvPr>
            <p:ph idx="1" type="subTitle"/>
          </p:nvPr>
        </p:nvSpPr>
        <p:spPr>
          <a:xfrm>
            <a:off x="2109048" y="1553404"/>
            <a:ext cx="2315400" cy="457200"/>
          </a:xfrm>
          <a:prstGeom prst="rect">
            <a:avLst/>
          </a:prstGeom>
        </p:spPr>
        <p:txBody>
          <a:bodyPr anchorCtr="0" anchor="b" bIns="91425" lIns="91425" spcFirstLastPara="1" rIns="91425" wrap="square" tIns="91425">
            <a:noAutofit/>
          </a:bodyPr>
          <a:lstStyle>
            <a:lvl1pPr lvl="0" rtl="0">
              <a:spcBef>
                <a:spcPts val="0"/>
              </a:spcBef>
              <a:spcAft>
                <a:spcPts val="0"/>
              </a:spcAft>
              <a:buNone/>
              <a:defRPr sz="2000">
                <a:solidFill>
                  <a:schemeClr val="accent1"/>
                </a:solidFill>
                <a:latin typeface="Audiowide"/>
                <a:ea typeface="Audiowide"/>
                <a:cs typeface="Audiowide"/>
                <a:sym typeface="Audiowide"/>
              </a:defRPr>
            </a:lvl1pPr>
            <a:lvl2pPr lvl="1" rtl="0">
              <a:spcBef>
                <a:spcPts val="0"/>
              </a:spcBef>
              <a:spcAft>
                <a:spcPts val="0"/>
              </a:spcAft>
              <a:buNone/>
              <a:defRPr sz="2000">
                <a:solidFill>
                  <a:schemeClr val="accent1"/>
                </a:solidFill>
                <a:latin typeface="Audiowide"/>
                <a:ea typeface="Audiowide"/>
                <a:cs typeface="Audiowide"/>
                <a:sym typeface="Audiowide"/>
              </a:defRPr>
            </a:lvl2pPr>
            <a:lvl3pPr lvl="2" rtl="0">
              <a:spcBef>
                <a:spcPts val="0"/>
              </a:spcBef>
              <a:spcAft>
                <a:spcPts val="0"/>
              </a:spcAft>
              <a:buNone/>
              <a:defRPr sz="2000">
                <a:solidFill>
                  <a:schemeClr val="accent1"/>
                </a:solidFill>
                <a:latin typeface="Audiowide"/>
                <a:ea typeface="Audiowide"/>
                <a:cs typeface="Audiowide"/>
                <a:sym typeface="Audiowide"/>
              </a:defRPr>
            </a:lvl3pPr>
            <a:lvl4pPr lvl="3" rtl="0">
              <a:spcBef>
                <a:spcPts val="0"/>
              </a:spcBef>
              <a:spcAft>
                <a:spcPts val="0"/>
              </a:spcAft>
              <a:buNone/>
              <a:defRPr sz="2000">
                <a:solidFill>
                  <a:schemeClr val="accent1"/>
                </a:solidFill>
                <a:latin typeface="Audiowide"/>
                <a:ea typeface="Audiowide"/>
                <a:cs typeface="Audiowide"/>
                <a:sym typeface="Audiowide"/>
              </a:defRPr>
            </a:lvl4pPr>
            <a:lvl5pPr lvl="4" rtl="0">
              <a:spcBef>
                <a:spcPts val="0"/>
              </a:spcBef>
              <a:spcAft>
                <a:spcPts val="0"/>
              </a:spcAft>
              <a:buNone/>
              <a:defRPr sz="2000">
                <a:solidFill>
                  <a:schemeClr val="accent1"/>
                </a:solidFill>
                <a:latin typeface="Audiowide"/>
                <a:ea typeface="Audiowide"/>
                <a:cs typeface="Audiowide"/>
                <a:sym typeface="Audiowide"/>
              </a:defRPr>
            </a:lvl5pPr>
            <a:lvl6pPr lvl="5" rtl="0">
              <a:spcBef>
                <a:spcPts val="0"/>
              </a:spcBef>
              <a:spcAft>
                <a:spcPts val="0"/>
              </a:spcAft>
              <a:buNone/>
              <a:defRPr sz="2000">
                <a:solidFill>
                  <a:schemeClr val="accent1"/>
                </a:solidFill>
                <a:latin typeface="Audiowide"/>
                <a:ea typeface="Audiowide"/>
                <a:cs typeface="Audiowide"/>
                <a:sym typeface="Audiowide"/>
              </a:defRPr>
            </a:lvl6pPr>
            <a:lvl7pPr lvl="6" rtl="0">
              <a:spcBef>
                <a:spcPts val="0"/>
              </a:spcBef>
              <a:spcAft>
                <a:spcPts val="0"/>
              </a:spcAft>
              <a:buNone/>
              <a:defRPr sz="2000">
                <a:solidFill>
                  <a:schemeClr val="accent1"/>
                </a:solidFill>
                <a:latin typeface="Audiowide"/>
                <a:ea typeface="Audiowide"/>
                <a:cs typeface="Audiowide"/>
                <a:sym typeface="Audiowide"/>
              </a:defRPr>
            </a:lvl7pPr>
            <a:lvl8pPr lvl="7" rtl="0">
              <a:spcBef>
                <a:spcPts val="0"/>
              </a:spcBef>
              <a:spcAft>
                <a:spcPts val="0"/>
              </a:spcAft>
              <a:buNone/>
              <a:defRPr sz="2000">
                <a:solidFill>
                  <a:schemeClr val="accent1"/>
                </a:solidFill>
                <a:latin typeface="Audiowide"/>
                <a:ea typeface="Audiowide"/>
                <a:cs typeface="Audiowide"/>
                <a:sym typeface="Audiowide"/>
              </a:defRPr>
            </a:lvl8pPr>
            <a:lvl9pPr lvl="8" rtl="0">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463" name="Google Shape;463;p47"/>
          <p:cNvSpPr txBox="1"/>
          <p:nvPr>
            <p:ph idx="2" type="subTitle"/>
          </p:nvPr>
        </p:nvSpPr>
        <p:spPr>
          <a:xfrm>
            <a:off x="2109047" y="1915655"/>
            <a:ext cx="2315400" cy="4845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464" name="Google Shape;464;p47"/>
          <p:cNvSpPr txBox="1"/>
          <p:nvPr>
            <p:ph idx="3" type="subTitle"/>
          </p:nvPr>
        </p:nvSpPr>
        <p:spPr>
          <a:xfrm>
            <a:off x="4708749" y="1553404"/>
            <a:ext cx="2326200" cy="457200"/>
          </a:xfrm>
          <a:prstGeom prst="rect">
            <a:avLst/>
          </a:prstGeom>
        </p:spPr>
        <p:txBody>
          <a:bodyPr anchorCtr="0" anchor="b" bIns="91425" lIns="91425" spcFirstLastPara="1" rIns="91425" wrap="square" tIns="91425">
            <a:noAutofit/>
          </a:bodyPr>
          <a:lstStyle>
            <a:lvl1pPr lvl="0" rtl="0" algn="r">
              <a:spcBef>
                <a:spcPts val="0"/>
              </a:spcBef>
              <a:spcAft>
                <a:spcPts val="0"/>
              </a:spcAft>
              <a:buNone/>
              <a:defRPr sz="2000">
                <a:solidFill>
                  <a:schemeClr val="accent1"/>
                </a:solidFill>
                <a:latin typeface="Audiowide"/>
                <a:ea typeface="Audiowide"/>
                <a:cs typeface="Audiowide"/>
                <a:sym typeface="Audiowide"/>
              </a:defRPr>
            </a:lvl1pPr>
            <a:lvl2pPr lvl="1" rtl="0" algn="r">
              <a:spcBef>
                <a:spcPts val="0"/>
              </a:spcBef>
              <a:spcAft>
                <a:spcPts val="0"/>
              </a:spcAft>
              <a:buNone/>
              <a:defRPr sz="2000">
                <a:solidFill>
                  <a:schemeClr val="accent1"/>
                </a:solidFill>
                <a:latin typeface="Audiowide"/>
                <a:ea typeface="Audiowide"/>
                <a:cs typeface="Audiowide"/>
                <a:sym typeface="Audiowide"/>
              </a:defRPr>
            </a:lvl2pPr>
            <a:lvl3pPr lvl="2" rtl="0" algn="r">
              <a:spcBef>
                <a:spcPts val="0"/>
              </a:spcBef>
              <a:spcAft>
                <a:spcPts val="0"/>
              </a:spcAft>
              <a:buNone/>
              <a:defRPr sz="2000">
                <a:solidFill>
                  <a:schemeClr val="accent1"/>
                </a:solidFill>
                <a:latin typeface="Audiowide"/>
                <a:ea typeface="Audiowide"/>
                <a:cs typeface="Audiowide"/>
                <a:sym typeface="Audiowide"/>
              </a:defRPr>
            </a:lvl3pPr>
            <a:lvl4pPr lvl="3" rtl="0" algn="r">
              <a:spcBef>
                <a:spcPts val="0"/>
              </a:spcBef>
              <a:spcAft>
                <a:spcPts val="0"/>
              </a:spcAft>
              <a:buNone/>
              <a:defRPr sz="2000">
                <a:solidFill>
                  <a:schemeClr val="accent1"/>
                </a:solidFill>
                <a:latin typeface="Audiowide"/>
                <a:ea typeface="Audiowide"/>
                <a:cs typeface="Audiowide"/>
                <a:sym typeface="Audiowide"/>
              </a:defRPr>
            </a:lvl4pPr>
            <a:lvl5pPr lvl="4" rtl="0" algn="r">
              <a:spcBef>
                <a:spcPts val="0"/>
              </a:spcBef>
              <a:spcAft>
                <a:spcPts val="0"/>
              </a:spcAft>
              <a:buNone/>
              <a:defRPr sz="2000">
                <a:solidFill>
                  <a:schemeClr val="accent1"/>
                </a:solidFill>
                <a:latin typeface="Audiowide"/>
                <a:ea typeface="Audiowide"/>
                <a:cs typeface="Audiowide"/>
                <a:sym typeface="Audiowide"/>
              </a:defRPr>
            </a:lvl5pPr>
            <a:lvl6pPr lvl="5" rtl="0" algn="r">
              <a:spcBef>
                <a:spcPts val="0"/>
              </a:spcBef>
              <a:spcAft>
                <a:spcPts val="0"/>
              </a:spcAft>
              <a:buNone/>
              <a:defRPr sz="2000">
                <a:solidFill>
                  <a:schemeClr val="accent1"/>
                </a:solidFill>
                <a:latin typeface="Audiowide"/>
                <a:ea typeface="Audiowide"/>
                <a:cs typeface="Audiowide"/>
                <a:sym typeface="Audiowide"/>
              </a:defRPr>
            </a:lvl6pPr>
            <a:lvl7pPr lvl="6" rtl="0" algn="r">
              <a:spcBef>
                <a:spcPts val="0"/>
              </a:spcBef>
              <a:spcAft>
                <a:spcPts val="0"/>
              </a:spcAft>
              <a:buNone/>
              <a:defRPr sz="2000">
                <a:solidFill>
                  <a:schemeClr val="accent1"/>
                </a:solidFill>
                <a:latin typeface="Audiowide"/>
                <a:ea typeface="Audiowide"/>
                <a:cs typeface="Audiowide"/>
                <a:sym typeface="Audiowide"/>
              </a:defRPr>
            </a:lvl7pPr>
            <a:lvl8pPr lvl="7" rtl="0" algn="r">
              <a:spcBef>
                <a:spcPts val="0"/>
              </a:spcBef>
              <a:spcAft>
                <a:spcPts val="0"/>
              </a:spcAft>
              <a:buNone/>
              <a:defRPr sz="2000">
                <a:solidFill>
                  <a:schemeClr val="accent1"/>
                </a:solidFill>
                <a:latin typeface="Audiowide"/>
                <a:ea typeface="Audiowide"/>
                <a:cs typeface="Audiowide"/>
                <a:sym typeface="Audiowide"/>
              </a:defRPr>
            </a:lvl8pPr>
            <a:lvl9pPr lvl="8" rtl="0" algn="r">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465" name="Google Shape;465;p47"/>
          <p:cNvSpPr txBox="1"/>
          <p:nvPr>
            <p:ph idx="4" type="subTitle"/>
          </p:nvPr>
        </p:nvSpPr>
        <p:spPr>
          <a:xfrm>
            <a:off x="4708753" y="1915655"/>
            <a:ext cx="2326200" cy="4845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solidFill>
                  <a:schemeClr val="lt1"/>
                </a:solidFill>
              </a:defRPr>
            </a:lvl1pPr>
            <a:lvl2pPr lvl="1" rtl="0" algn="r">
              <a:spcBef>
                <a:spcPts val="0"/>
              </a:spcBef>
              <a:spcAft>
                <a:spcPts val="0"/>
              </a:spcAft>
              <a:buNone/>
              <a:defRPr>
                <a:solidFill>
                  <a:schemeClr val="lt1"/>
                </a:solidFill>
              </a:defRPr>
            </a:lvl2pPr>
            <a:lvl3pPr lvl="2" rtl="0" algn="r">
              <a:spcBef>
                <a:spcPts val="0"/>
              </a:spcBef>
              <a:spcAft>
                <a:spcPts val="0"/>
              </a:spcAft>
              <a:buNone/>
              <a:defRPr>
                <a:solidFill>
                  <a:schemeClr val="lt1"/>
                </a:solidFill>
              </a:defRPr>
            </a:lvl3pPr>
            <a:lvl4pPr lvl="3" rtl="0" algn="r">
              <a:spcBef>
                <a:spcPts val="0"/>
              </a:spcBef>
              <a:spcAft>
                <a:spcPts val="0"/>
              </a:spcAft>
              <a:buNone/>
              <a:defRPr>
                <a:solidFill>
                  <a:schemeClr val="lt1"/>
                </a:solidFill>
              </a:defRPr>
            </a:lvl4pPr>
            <a:lvl5pPr lvl="4" rtl="0" algn="r">
              <a:spcBef>
                <a:spcPts val="0"/>
              </a:spcBef>
              <a:spcAft>
                <a:spcPts val="0"/>
              </a:spcAft>
              <a:buNone/>
              <a:defRPr>
                <a:solidFill>
                  <a:schemeClr val="lt1"/>
                </a:solidFill>
              </a:defRPr>
            </a:lvl5pPr>
            <a:lvl6pPr lvl="5" rtl="0" algn="r">
              <a:spcBef>
                <a:spcPts val="0"/>
              </a:spcBef>
              <a:spcAft>
                <a:spcPts val="0"/>
              </a:spcAft>
              <a:buNone/>
              <a:defRPr>
                <a:solidFill>
                  <a:schemeClr val="lt1"/>
                </a:solidFill>
              </a:defRPr>
            </a:lvl6pPr>
            <a:lvl7pPr lvl="6" rtl="0" algn="r">
              <a:spcBef>
                <a:spcPts val="0"/>
              </a:spcBef>
              <a:spcAft>
                <a:spcPts val="0"/>
              </a:spcAft>
              <a:buNone/>
              <a:defRPr>
                <a:solidFill>
                  <a:schemeClr val="lt1"/>
                </a:solidFill>
              </a:defRPr>
            </a:lvl7pPr>
            <a:lvl8pPr lvl="7" rtl="0" algn="r">
              <a:spcBef>
                <a:spcPts val="0"/>
              </a:spcBef>
              <a:spcAft>
                <a:spcPts val="0"/>
              </a:spcAft>
              <a:buNone/>
              <a:defRPr>
                <a:solidFill>
                  <a:schemeClr val="lt1"/>
                </a:solidFill>
              </a:defRPr>
            </a:lvl8pPr>
            <a:lvl9pPr lvl="8" rtl="0" algn="r">
              <a:spcBef>
                <a:spcPts val="0"/>
              </a:spcBef>
              <a:spcAft>
                <a:spcPts val="0"/>
              </a:spcAft>
              <a:buNone/>
              <a:defRPr>
                <a:solidFill>
                  <a:schemeClr val="lt1"/>
                </a:solidFill>
              </a:defRPr>
            </a:lvl9pPr>
          </a:lstStyle>
          <a:p/>
        </p:txBody>
      </p:sp>
      <p:sp>
        <p:nvSpPr>
          <p:cNvPr id="466" name="Google Shape;466;p47"/>
          <p:cNvSpPr txBox="1"/>
          <p:nvPr>
            <p:ph idx="5" type="subTitle"/>
          </p:nvPr>
        </p:nvSpPr>
        <p:spPr>
          <a:xfrm>
            <a:off x="2109048" y="3102807"/>
            <a:ext cx="2313300" cy="457200"/>
          </a:xfrm>
          <a:prstGeom prst="rect">
            <a:avLst/>
          </a:prstGeom>
        </p:spPr>
        <p:txBody>
          <a:bodyPr anchorCtr="0" anchor="b" bIns="91425" lIns="91425" spcFirstLastPara="1" rIns="91425" wrap="square" tIns="91425">
            <a:noAutofit/>
          </a:bodyPr>
          <a:lstStyle>
            <a:lvl1pPr lvl="0" rtl="0">
              <a:spcBef>
                <a:spcPts val="0"/>
              </a:spcBef>
              <a:spcAft>
                <a:spcPts val="0"/>
              </a:spcAft>
              <a:buNone/>
              <a:defRPr sz="2000">
                <a:solidFill>
                  <a:schemeClr val="accent1"/>
                </a:solidFill>
                <a:latin typeface="Audiowide"/>
                <a:ea typeface="Audiowide"/>
                <a:cs typeface="Audiowide"/>
                <a:sym typeface="Audiowide"/>
              </a:defRPr>
            </a:lvl1pPr>
            <a:lvl2pPr lvl="1" rtl="0">
              <a:spcBef>
                <a:spcPts val="0"/>
              </a:spcBef>
              <a:spcAft>
                <a:spcPts val="0"/>
              </a:spcAft>
              <a:buNone/>
              <a:defRPr sz="2000">
                <a:solidFill>
                  <a:schemeClr val="accent1"/>
                </a:solidFill>
                <a:latin typeface="Audiowide"/>
                <a:ea typeface="Audiowide"/>
                <a:cs typeface="Audiowide"/>
                <a:sym typeface="Audiowide"/>
              </a:defRPr>
            </a:lvl2pPr>
            <a:lvl3pPr lvl="2" rtl="0">
              <a:spcBef>
                <a:spcPts val="0"/>
              </a:spcBef>
              <a:spcAft>
                <a:spcPts val="0"/>
              </a:spcAft>
              <a:buNone/>
              <a:defRPr sz="2000">
                <a:solidFill>
                  <a:schemeClr val="accent1"/>
                </a:solidFill>
                <a:latin typeface="Audiowide"/>
                <a:ea typeface="Audiowide"/>
                <a:cs typeface="Audiowide"/>
                <a:sym typeface="Audiowide"/>
              </a:defRPr>
            </a:lvl3pPr>
            <a:lvl4pPr lvl="3" rtl="0">
              <a:spcBef>
                <a:spcPts val="0"/>
              </a:spcBef>
              <a:spcAft>
                <a:spcPts val="0"/>
              </a:spcAft>
              <a:buNone/>
              <a:defRPr sz="2000">
                <a:solidFill>
                  <a:schemeClr val="accent1"/>
                </a:solidFill>
                <a:latin typeface="Audiowide"/>
                <a:ea typeface="Audiowide"/>
                <a:cs typeface="Audiowide"/>
                <a:sym typeface="Audiowide"/>
              </a:defRPr>
            </a:lvl4pPr>
            <a:lvl5pPr lvl="4" rtl="0">
              <a:spcBef>
                <a:spcPts val="0"/>
              </a:spcBef>
              <a:spcAft>
                <a:spcPts val="0"/>
              </a:spcAft>
              <a:buNone/>
              <a:defRPr sz="2000">
                <a:solidFill>
                  <a:schemeClr val="accent1"/>
                </a:solidFill>
                <a:latin typeface="Audiowide"/>
                <a:ea typeface="Audiowide"/>
                <a:cs typeface="Audiowide"/>
                <a:sym typeface="Audiowide"/>
              </a:defRPr>
            </a:lvl5pPr>
            <a:lvl6pPr lvl="5" rtl="0">
              <a:spcBef>
                <a:spcPts val="0"/>
              </a:spcBef>
              <a:spcAft>
                <a:spcPts val="0"/>
              </a:spcAft>
              <a:buNone/>
              <a:defRPr sz="2000">
                <a:solidFill>
                  <a:schemeClr val="accent1"/>
                </a:solidFill>
                <a:latin typeface="Audiowide"/>
                <a:ea typeface="Audiowide"/>
                <a:cs typeface="Audiowide"/>
                <a:sym typeface="Audiowide"/>
              </a:defRPr>
            </a:lvl6pPr>
            <a:lvl7pPr lvl="6" rtl="0">
              <a:spcBef>
                <a:spcPts val="0"/>
              </a:spcBef>
              <a:spcAft>
                <a:spcPts val="0"/>
              </a:spcAft>
              <a:buNone/>
              <a:defRPr sz="2000">
                <a:solidFill>
                  <a:schemeClr val="accent1"/>
                </a:solidFill>
                <a:latin typeface="Audiowide"/>
                <a:ea typeface="Audiowide"/>
                <a:cs typeface="Audiowide"/>
                <a:sym typeface="Audiowide"/>
              </a:defRPr>
            </a:lvl7pPr>
            <a:lvl8pPr lvl="7" rtl="0">
              <a:spcBef>
                <a:spcPts val="0"/>
              </a:spcBef>
              <a:spcAft>
                <a:spcPts val="0"/>
              </a:spcAft>
              <a:buNone/>
              <a:defRPr sz="2000">
                <a:solidFill>
                  <a:schemeClr val="accent1"/>
                </a:solidFill>
                <a:latin typeface="Audiowide"/>
                <a:ea typeface="Audiowide"/>
                <a:cs typeface="Audiowide"/>
                <a:sym typeface="Audiowide"/>
              </a:defRPr>
            </a:lvl8pPr>
            <a:lvl9pPr lvl="8" rtl="0">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467" name="Google Shape;467;p47"/>
          <p:cNvSpPr txBox="1"/>
          <p:nvPr>
            <p:ph idx="6" type="subTitle"/>
          </p:nvPr>
        </p:nvSpPr>
        <p:spPr>
          <a:xfrm>
            <a:off x="2109047" y="3462836"/>
            <a:ext cx="2313300" cy="4845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468" name="Google Shape;468;p47"/>
          <p:cNvSpPr txBox="1"/>
          <p:nvPr>
            <p:ph idx="7" type="subTitle"/>
          </p:nvPr>
        </p:nvSpPr>
        <p:spPr>
          <a:xfrm>
            <a:off x="4708750" y="3102806"/>
            <a:ext cx="2326200" cy="457200"/>
          </a:xfrm>
          <a:prstGeom prst="rect">
            <a:avLst/>
          </a:prstGeom>
        </p:spPr>
        <p:txBody>
          <a:bodyPr anchorCtr="0" anchor="b" bIns="91425" lIns="91425" spcFirstLastPara="1" rIns="91425" wrap="square" tIns="91425">
            <a:noAutofit/>
          </a:bodyPr>
          <a:lstStyle>
            <a:lvl1pPr lvl="0" rtl="0" algn="r">
              <a:spcBef>
                <a:spcPts val="0"/>
              </a:spcBef>
              <a:spcAft>
                <a:spcPts val="0"/>
              </a:spcAft>
              <a:buNone/>
              <a:defRPr sz="2000">
                <a:solidFill>
                  <a:schemeClr val="accent1"/>
                </a:solidFill>
                <a:latin typeface="Audiowide"/>
                <a:ea typeface="Audiowide"/>
                <a:cs typeface="Audiowide"/>
                <a:sym typeface="Audiowide"/>
              </a:defRPr>
            </a:lvl1pPr>
            <a:lvl2pPr lvl="1" rtl="0" algn="r">
              <a:spcBef>
                <a:spcPts val="0"/>
              </a:spcBef>
              <a:spcAft>
                <a:spcPts val="0"/>
              </a:spcAft>
              <a:buNone/>
              <a:defRPr sz="2000">
                <a:solidFill>
                  <a:schemeClr val="accent1"/>
                </a:solidFill>
                <a:latin typeface="Audiowide"/>
                <a:ea typeface="Audiowide"/>
                <a:cs typeface="Audiowide"/>
                <a:sym typeface="Audiowide"/>
              </a:defRPr>
            </a:lvl2pPr>
            <a:lvl3pPr lvl="2" rtl="0" algn="r">
              <a:spcBef>
                <a:spcPts val="0"/>
              </a:spcBef>
              <a:spcAft>
                <a:spcPts val="0"/>
              </a:spcAft>
              <a:buNone/>
              <a:defRPr sz="2000">
                <a:solidFill>
                  <a:schemeClr val="accent1"/>
                </a:solidFill>
                <a:latin typeface="Audiowide"/>
                <a:ea typeface="Audiowide"/>
                <a:cs typeface="Audiowide"/>
                <a:sym typeface="Audiowide"/>
              </a:defRPr>
            </a:lvl3pPr>
            <a:lvl4pPr lvl="3" rtl="0" algn="r">
              <a:spcBef>
                <a:spcPts val="0"/>
              </a:spcBef>
              <a:spcAft>
                <a:spcPts val="0"/>
              </a:spcAft>
              <a:buNone/>
              <a:defRPr sz="2000">
                <a:solidFill>
                  <a:schemeClr val="accent1"/>
                </a:solidFill>
                <a:latin typeface="Audiowide"/>
                <a:ea typeface="Audiowide"/>
                <a:cs typeface="Audiowide"/>
                <a:sym typeface="Audiowide"/>
              </a:defRPr>
            </a:lvl4pPr>
            <a:lvl5pPr lvl="4" rtl="0" algn="r">
              <a:spcBef>
                <a:spcPts val="0"/>
              </a:spcBef>
              <a:spcAft>
                <a:spcPts val="0"/>
              </a:spcAft>
              <a:buNone/>
              <a:defRPr sz="2000">
                <a:solidFill>
                  <a:schemeClr val="accent1"/>
                </a:solidFill>
                <a:latin typeface="Audiowide"/>
                <a:ea typeface="Audiowide"/>
                <a:cs typeface="Audiowide"/>
                <a:sym typeface="Audiowide"/>
              </a:defRPr>
            </a:lvl5pPr>
            <a:lvl6pPr lvl="5" rtl="0" algn="r">
              <a:spcBef>
                <a:spcPts val="0"/>
              </a:spcBef>
              <a:spcAft>
                <a:spcPts val="0"/>
              </a:spcAft>
              <a:buNone/>
              <a:defRPr sz="2000">
                <a:solidFill>
                  <a:schemeClr val="accent1"/>
                </a:solidFill>
                <a:latin typeface="Audiowide"/>
                <a:ea typeface="Audiowide"/>
                <a:cs typeface="Audiowide"/>
                <a:sym typeface="Audiowide"/>
              </a:defRPr>
            </a:lvl6pPr>
            <a:lvl7pPr lvl="6" rtl="0" algn="r">
              <a:spcBef>
                <a:spcPts val="0"/>
              </a:spcBef>
              <a:spcAft>
                <a:spcPts val="0"/>
              </a:spcAft>
              <a:buNone/>
              <a:defRPr sz="2000">
                <a:solidFill>
                  <a:schemeClr val="accent1"/>
                </a:solidFill>
                <a:latin typeface="Audiowide"/>
                <a:ea typeface="Audiowide"/>
                <a:cs typeface="Audiowide"/>
                <a:sym typeface="Audiowide"/>
              </a:defRPr>
            </a:lvl7pPr>
            <a:lvl8pPr lvl="7" rtl="0" algn="r">
              <a:spcBef>
                <a:spcPts val="0"/>
              </a:spcBef>
              <a:spcAft>
                <a:spcPts val="0"/>
              </a:spcAft>
              <a:buNone/>
              <a:defRPr sz="2000">
                <a:solidFill>
                  <a:schemeClr val="accent1"/>
                </a:solidFill>
                <a:latin typeface="Audiowide"/>
                <a:ea typeface="Audiowide"/>
                <a:cs typeface="Audiowide"/>
                <a:sym typeface="Audiowide"/>
              </a:defRPr>
            </a:lvl8pPr>
            <a:lvl9pPr lvl="8" rtl="0" algn="r">
              <a:spcBef>
                <a:spcPts val="0"/>
              </a:spcBef>
              <a:spcAft>
                <a:spcPts val="0"/>
              </a:spcAft>
              <a:buNone/>
              <a:defRPr sz="2000">
                <a:solidFill>
                  <a:schemeClr val="accent1"/>
                </a:solidFill>
                <a:latin typeface="Audiowide"/>
                <a:ea typeface="Audiowide"/>
                <a:cs typeface="Audiowide"/>
                <a:sym typeface="Audiowide"/>
              </a:defRPr>
            </a:lvl9pPr>
          </a:lstStyle>
          <a:p/>
        </p:txBody>
      </p:sp>
      <p:sp>
        <p:nvSpPr>
          <p:cNvPr id="469" name="Google Shape;469;p47"/>
          <p:cNvSpPr txBox="1"/>
          <p:nvPr>
            <p:ph idx="8" type="subTitle"/>
          </p:nvPr>
        </p:nvSpPr>
        <p:spPr>
          <a:xfrm>
            <a:off x="4708753" y="3462836"/>
            <a:ext cx="2326200" cy="4845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a:solidFill>
                  <a:schemeClr val="lt1"/>
                </a:solidFill>
              </a:defRPr>
            </a:lvl1pPr>
            <a:lvl2pPr lvl="1" rtl="0" algn="r">
              <a:spcBef>
                <a:spcPts val="0"/>
              </a:spcBef>
              <a:spcAft>
                <a:spcPts val="0"/>
              </a:spcAft>
              <a:buNone/>
              <a:defRPr>
                <a:solidFill>
                  <a:schemeClr val="lt1"/>
                </a:solidFill>
              </a:defRPr>
            </a:lvl2pPr>
            <a:lvl3pPr lvl="2" rtl="0" algn="r">
              <a:spcBef>
                <a:spcPts val="0"/>
              </a:spcBef>
              <a:spcAft>
                <a:spcPts val="0"/>
              </a:spcAft>
              <a:buNone/>
              <a:defRPr>
                <a:solidFill>
                  <a:schemeClr val="lt1"/>
                </a:solidFill>
              </a:defRPr>
            </a:lvl3pPr>
            <a:lvl4pPr lvl="3" rtl="0" algn="r">
              <a:spcBef>
                <a:spcPts val="0"/>
              </a:spcBef>
              <a:spcAft>
                <a:spcPts val="0"/>
              </a:spcAft>
              <a:buNone/>
              <a:defRPr>
                <a:solidFill>
                  <a:schemeClr val="lt1"/>
                </a:solidFill>
              </a:defRPr>
            </a:lvl4pPr>
            <a:lvl5pPr lvl="4" rtl="0" algn="r">
              <a:spcBef>
                <a:spcPts val="0"/>
              </a:spcBef>
              <a:spcAft>
                <a:spcPts val="0"/>
              </a:spcAft>
              <a:buNone/>
              <a:defRPr>
                <a:solidFill>
                  <a:schemeClr val="lt1"/>
                </a:solidFill>
              </a:defRPr>
            </a:lvl5pPr>
            <a:lvl6pPr lvl="5" rtl="0" algn="r">
              <a:spcBef>
                <a:spcPts val="0"/>
              </a:spcBef>
              <a:spcAft>
                <a:spcPts val="0"/>
              </a:spcAft>
              <a:buNone/>
              <a:defRPr>
                <a:solidFill>
                  <a:schemeClr val="lt1"/>
                </a:solidFill>
              </a:defRPr>
            </a:lvl6pPr>
            <a:lvl7pPr lvl="6" rtl="0" algn="r">
              <a:spcBef>
                <a:spcPts val="0"/>
              </a:spcBef>
              <a:spcAft>
                <a:spcPts val="0"/>
              </a:spcAft>
              <a:buNone/>
              <a:defRPr>
                <a:solidFill>
                  <a:schemeClr val="lt1"/>
                </a:solidFill>
              </a:defRPr>
            </a:lvl7pPr>
            <a:lvl8pPr lvl="7" rtl="0" algn="r">
              <a:spcBef>
                <a:spcPts val="0"/>
              </a:spcBef>
              <a:spcAft>
                <a:spcPts val="0"/>
              </a:spcAft>
              <a:buNone/>
              <a:defRPr>
                <a:solidFill>
                  <a:schemeClr val="lt1"/>
                </a:solidFill>
              </a:defRPr>
            </a:lvl8pPr>
            <a:lvl9pPr lvl="8" rtl="0" algn="r">
              <a:spcBef>
                <a:spcPts val="0"/>
              </a:spcBef>
              <a:spcAft>
                <a:spcPts val="0"/>
              </a:spcAft>
              <a:buNone/>
              <a:defRPr>
                <a:solidFill>
                  <a:schemeClr val="lt1"/>
                </a:solidFill>
              </a:defRPr>
            </a:lvl9pPr>
          </a:lstStyle>
          <a:p/>
        </p:txBody>
      </p:sp>
      <p:sp>
        <p:nvSpPr>
          <p:cNvPr id="470" name="Google Shape;470;p47"/>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71" name="Google Shape;471;p47"/>
          <p:cNvPicPr preferRelativeResize="0"/>
          <p:nvPr/>
        </p:nvPicPr>
        <p:blipFill rotWithShape="1">
          <a:blip r:embed="rId3">
            <a:alphaModFix amt="75000"/>
          </a:blip>
          <a:srcRect b="0" l="23664" r="0" t="13300"/>
          <a:stretch/>
        </p:blipFill>
        <p:spPr>
          <a:xfrm>
            <a:off x="-142875" y="-308600"/>
            <a:ext cx="4171950" cy="2933699"/>
          </a:xfrm>
          <a:prstGeom prst="rect">
            <a:avLst/>
          </a:prstGeom>
          <a:noFill/>
          <a:ln>
            <a:noFill/>
          </a:ln>
        </p:spPr>
      </p:pic>
      <p:pic>
        <p:nvPicPr>
          <p:cNvPr id="472" name="Google Shape;472;p47"/>
          <p:cNvPicPr preferRelativeResize="0"/>
          <p:nvPr/>
        </p:nvPicPr>
        <p:blipFill rotWithShape="1">
          <a:blip r:embed="rId3">
            <a:alphaModFix amt="75000"/>
          </a:blip>
          <a:srcRect b="0" l="21334" r="0" t="3883"/>
          <a:stretch/>
        </p:blipFill>
        <p:spPr>
          <a:xfrm rot="-10799995">
            <a:off x="5587300" y="2451302"/>
            <a:ext cx="3747200" cy="283507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5">
    <p:spTree>
      <p:nvGrpSpPr>
        <p:cNvPr id="473" name="Shape 473"/>
        <p:cNvGrpSpPr/>
        <p:nvPr/>
      </p:nvGrpSpPr>
      <p:grpSpPr>
        <a:xfrm>
          <a:off x="0" y="0"/>
          <a:ext cx="0" cy="0"/>
          <a:chOff x="0" y="0"/>
          <a:chExt cx="0" cy="0"/>
        </a:xfrm>
      </p:grpSpPr>
      <p:pic>
        <p:nvPicPr>
          <p:cNvPr id="474" name="Google Shape;474;p48"/>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475" name="Google Shape;475;p48"/>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8"/>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48"/>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48"/>
          <p:cNvSpPr txBox="1"/>
          <p:nvPr>
            <p:ph type="title"/>
          </p:nvPr>
        </p:nvSpPr>
        <p:spPr>
          <a:xfrm>
            <a:off x="720000" y="174824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79" name="Google Shape;479;p48"/>
          <p:cNvSpPr txBox="1"/>
          <p:nvPr>
            <p:ph idx="1" type="subTitle"/>
          </p:nvPr>
        </p:nvSpPr>
        <p:spPr>
          <a:xfrm>
            <a:off x="720204" y="2019748"/>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0" name="Google Shape;480;p48"/>
          <p:cNvSpPr txBox="1"/>
          <p:nvPr>
            <p:ph idx="2" type="title"/>
          </p:nvPr>
        </p:nvSpPr>
        <p:spPr>
          <a:xfrm>
            <a:off x="3368276" y="174824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81" name="Google Shape;481;p48"/>
          <p:cNvSpPr txBox="1"/>
          <p:nvPr>
            <p:ph idx="3" type="subTitle"/>
          </p:nvPr>
        </p:nvSpPr>
        <p:spPr>
          <a:xfrm>
            <a:off x="3368275" y="2019748"/>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2" name="Google Shape;482;p48"/>
          <p:cNvSpPr txBox="1"/>
          <p:nvPr>
            <p:ph idx="4" type="title"/>
          </p:nvPr>
        </p:nvSpPr>
        <p:spPr>
          <a:xfrm>
            <a:off x="720204" y="323737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83" name="Google Shape;483;p48"/>
          <p:cNvSpPr txBox="1"/>
          <p:nvPr>
            <p:ph idx="5" type="subTitle"/>
          </p:nvPr>
        </p:nvSpPr>
        <p:spPr>
          <a:xfrm>
            <a:off x="720204" y="3509446"/>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4" name="Google Shape;484;p48"/>
          <p:cNvSpPr txBox="1"/>
          <p:nvPr>
            <p:ph idx="6" type="title"/>
          </p:nvPr>
        </p:nvSpPr>
        <p:spPr>
          <a:xfrm>
            <a:off x="3368276" y="323737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85" name="Google Shape;485;p48"/>
          <p:cNvSpPr txBox="1"/>
          <p:nvPr>
            <p:ph idx="7" type="subTitle"/>
          </p:nvPr>
        </p:nvSpPr>
        <p:spPr>
          <a:xfrm>
            <a:off x="3368275" y="3509446"/>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6" name="Google Shape;486;p48"/>
          <p:cNvSpPr txBox="1"/>
          <p:nvPr>
            <p:ph idx="8" type="title"/>
          </p:nvPr>
        </p:nvSpPr>
        <p:spPr>
          <a:xfrm>
            <a:off x="6000876" y="1748246"/>
            <a:ext cx="2423100" cy="42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87" name="Google Shape;487;p48"/>
          <p:cNvSpPr txBox="1"/>
          <p:nvPr>
            <p:ph idx="9" type="subTitle"/>
          </p:nvPr>
        </p:nvSpPr>
        <p:spPr>
          <a:xfrm>
            <a:off x="6000875" y="2019748"/>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88" name="Google Shape;488;p48"/>
          <p:cNvSpPr txBox="1"/>
          <p:nvPr>
            <p:ph idx="13" type="title"/>
          </p:nvPr>
        </p:nvSpPr>
        <p:spPr>
          <a:xfrm>
            <a:off x="6000876" y="3237376"/>
            <a:ext cx="2423100" cy="426900"/>
          </a:xfrm>
          <a:prstGeom prst="rect">
            <a:avLst/>
          </a:prstGeom>
        </p:spPr>
        <p:txBody>
          <a:bodyPr anchorCtr="0" anchor="b" bIns="91425" lIns="91425" spcFirstLastPara="1" rIns="91425" wrap="square" tIns="91425">
            <a:noAutofit/>
          </a:bodyPr>
          <a:lstStyle>
            <a:lvl1pPr lvl="0" rtl="0" algn="ctr">
              <a:lnSpc>
                <a:spcPct val="132352"/>
              </a:lnSpc>
              <a:spcBef>
                <a:spcPts val="0"/>
              </a:spcBef>
              <a:spcAft>
                <a:spcPts val="0"/>
              </a:spcAft>
              <a:buSzPts val="2000"/>
              <a:buNone/>
              <a:defRPr sz="22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89" name="Google Shape;489;p48"/>
          <p:cNvSpPr txBox="1"/>
          <p:nvPr>
            <p:ph idx="14" type="subTitle"/>
          </p:nvPr>
        </p:nvSpPr>
        <p:spPr>
          <a:xfrm>
            <a:off x="6000875" y="3509446"/>
            <a:ext cx="24231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0" name="Google Shape;490;p48"/>
          <p:cNvSpPr txBox="1"/>
          <p:nvPr>
            <p:ph idx="15"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91" name="Google Shape;491;p48"/>
          <p:cNvPicPr preferRelativeResize="0"/>
          <p:nvPr/>
        </p:nvPicPr>
        <p:blipFill rotWithShape="1">
          <a:blip r:embed="rId3">
            <a:alphaModFix amt="75000"/>
          </a:blip>
          <a:srcRect b="0" l="23148" r="0" t="15754"/>
          <a:stretch/>
        </p:blipFill>
        <p:spPr>
          <a:xfrm rot="5400000">
            <a:off x="5748539" y="489536"/>
            <a:ext cx="4351724" cy="2953549"/>
          </a:xfrm>
          <a:prstGeom prst="rect">
            <a:avLst/>
          </a:prstGeom>
          <a:noFill/>
          <a:ln>
            <a:noFill/>
          </a:ln>
        </p:spPr>
      </p:pic>
      <p:pic>
        <p:nvPicPr>
          <p:cNvPr id="492" name="Google Shape;492;p48"/>
          <p:cNvPicPr preferRelativeResize="0"/>
          <p:nvPr/>
        </p:nvPicPr>
        <p:blipFill rotWithShape="1">
          <a:blip r:embed="rId3">
            <a:alphaModFix amt="75000"/>
          </a:blip>
          <a:srcRect b="0" l="19672" r="0" t="17471"/>
          <a:stretch/>
        </p:blipFill>
        <p:spPr>
          <a:xfrm rot="-5399996">
            <a:off x="-957325" y="1514479"/>
            <a:ext cx="4633974" cy="2947919"/>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9">
    <p:spTree>
      <p:nvGrpSpPr>
        <p:cNvPr id="493" name="Shape 493"/>
        <p:cNvGrpSpPr/>
        <p:nvPr/>
      </p:nvGrpSpPr>
      <p:grpSpPr>
        <a:xfrm>
          <a:off x="0" y="0"/>
          <a:ext cx="0" cy="0"/>
          <a:chOff x="0" y="0"/>
          <a:chExt cx="0" cy="0"/>
        </a:xfrm>
      </p:grpSpPr>
      <p:pic>
        <p:nvPicPr>
          <p:cNvPr id="494" name="Google Shape;494;p49"/>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495" name="Google Shape;495;p49"/>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9"/>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9"/>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9"/>
          <p:cNvSpPr txBox="1"/>
          <p:nvPr>
            <p:ph type="title"/>
          </p:nvPr>
        </p:nvSpPr>
        <p:spPr>
          <a:xfrm>
            <a:off x="867750" y="3269200"/>
            <a:ext cx="1841400" cy="36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499" name="Google Shape;499;p49"/>
          <p:cNvSpPr txBox="1"/>
          <p:nvPr>
            <p:ph idx="1" type="subTitle"/>
          </p:nvPr>
        </p:nvSpPr>
        <p:spPr>
          <a:xfrm>
            <a:off x="867750" y="3500976"/>
            <a:ext cx="1841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0" name="Google Shape;500;p49"/>
          <p:cNvSpPr txBox="1"/>
          <p:nvPr>
            <p:ph idx="2" type="title"/>
          </p:nvPr>
        </p:nvSpPr>
        <p:spPr>
          <a:xfrm>
            <a:off x="3651596" y="3269200"/>
            <a:ext cx="1841400" cy="36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501" name="Google Shape;501;p49"/>
          <p:cNvSpPr txBox="1"/>
          <p:nvPr>
            <p:ph idx="3" type="subTitle"/>
          </p:nvPr>
        </p:nvSpPr>
        <p:spPr>
          <a:xfrm>
            <a:off x="3651596" y="3500976"/>
            <a:ext cx="1841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2" name="Google Shape;502;p49"/>
          <p:cNvSpPr txBox="1"/>
          <p:nvPr>
            <p:ph idx="4" type="title"/>
          </p:nvPr>
        </p:nvSpPr>
        <p:spPr>
          <a:xfrm>
            <a:off x="6434843" y="3269200"/>
            <a:ext cx="1841400" cy="36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solidFill>
                  <a:schemeClr val="accen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503" name="Google Shape;503;p49"/>
          <p:cNvSpPr txBox="1"/>
          <p:nvPr>
            <p:ph idx="5" type="subTitle"/>
          </p:nvPr>
        </p:nvSpPr>
        <p:spPr>
          <a:xfrm>
            <a:off x="6434843" y="3500976"/>
            <a:ext cx="18414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4" name="Google Shape;504;p49"/>
          <p:cNvSpPr txBox="1"/>
          <p:nvPr>
            <p:ph hasCustomPrompt="1" idx="6" type="title"/>
          </p:nvPr>
        </p:nvSpPr>
        <p:spPr>
          <a:xfrm>
            <a:off x="1316850" y="1989375"/>
            <a:ext cx="943200" cy="514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800"/>
              <a:buNone/>
              <a:defRPr sz="2000">
                <a:solidFill>
                  <a:schemeClr val="accent1"/>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505" name="Google Shape;505;p49"/>
          <p:cNvSpPr txBox="1"/>
          <p:nvPr>
            <p:ph hasCustomPrompt="1" idx="7" type="title"/>
          </p:nvPr>
        </p:nvSpPr>
        <p:spPr>
          <a:xfrm>
            <a:off x="4100400" y="1989375"/>
            <a:ext cx="943200" cy="514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800"/>
              <a:buNone/>
              <a:defRPr sz="2000">
                <a:solidFill>
                  <a:schemeClr val="accent1"/>
                </a:solidFill>
              </a:defRPr>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506" name="Google Shape;506;p49"/>
          <p:cNvSpPr txBox="1"/>
          <p:nvPr>
            <p:ph hasCustomPrompt="1" idx="8" type="title"/>
          </p:nvPr>
        </p:nvSpPr>
        <p:spPr>
          <a:xfrm>
            <a:off x="6883943" y="1989375"/>
            <a:ext cx="943200" cy="514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800"/>
              <a:buNone/>
              <a:defRPr sz="2000">
                <a:solidFill>
                  <a:schemeClr val="accent1"/>
                </a:solidFill>
              </a:defRPr>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507" name="Google Shape;507;p49"/>
          <p:cNvSpPr txBox="1"/>
          <p:nvPr>
            <p:ph idx="9"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8" name="Google Shape;508;p49"/>
          <p:cNvPicPr preferRelativeResize="0"/>
          <p:nvPr/>
        </p:nvPicPr>
        <p:blipFill rotWithShape="1">
          <a:blip r:embed="rId3">
            <a:alphaModFix amt="75000"/>
          </a:blip>
          <a:srcRect b="0" l="23313" r="0" t="17390"/>
          <a:stretch/>
        </p:blipFill>
        <p:spPr>
          <a:xfrm rot="5400000">
            <a:off x="5724725" y="522874"/>
            <a:ext cx="4342200" cy="2896400"/>
          </a:xfrm>
          <a:prstGeom prst="rect">
            <a:avLst/>
          </a:prstGeom>
          <a:noFill/>
          <a:ln>
            <a:noFill/>
          </a:ln>
        </p:spPr>
      </p:pic>
      <p:pic>
        <p:nvPicPr>
          <p:cNvPr id="509" name="Google Shape;509;p49"/>
          <p:cNvPicPr preferRelativeResize="0"/>
          <p:nvPr/>
        </p:nvPicPr>
        <p:blipFill rotWithShape="1">
          <a:blip r:embed="rId3">
            <a:alphaModFix amt="75000"/>
          </a:blip>
          <a:srcRect b="0" l="21489" r="0" t="20408"/>
          <a:stretch/>
        </p:blipFill>
        <p:spPr>
          <a:xfrm rot="-5399996">
            <a:off x="-852549" y="1514479"/>
            <a:ext cx="4529198" cy="284314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7">
    <p:spTree>
      <p:nvGrpSpPr>
        <p:cNvPr id="510" name="Shape 510"/>
        <p:cNvGrpSpPr/>
        <p:nvPr/>
      </p:nvGrpSpPr>
      <p:grpSpPr>
        <a:xfrm>
          <a:off x="0" y="0"/>
          <a:ext cx="0" cy="0"/>
          <a:chOff x="0" y="0"/>
          <a:chExt cx="0" cy="0"/>
        </a:xfrm>
      </p:grpSpPr>
      <p:pic>
        <p:nvPicPr>
          <p:cNvPr id="511" name="Google Shape;511;p50"/>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512" name="Google Shape;512;p50"/>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50"/>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50"/>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50"/>
          <p:cNvSpPr txBox="1"/>
          <p:nvPr>
            <p:ph type="title"/>
          </p:nvPr>
        </p:nvSpPr>
        <p:spPr>
          <a:xfrm>
            <a:off x="721575" y="540775"/>
            <a:ext cx="7704000" cy="5727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516" name="Google Shape;516;p50"/>
          <p:cNvPicPr preferRelativeResize="0"/>
          <p:nvPr/>
        </p:nvPicPr>
        <p:blipFill rotWithShape="1">
          <a:blip r:embed="rId3">
            <a:alphaModFix amt="75000"/>
          </a:blip>
          <a:srcRect b="0" l="26205" r="0" t="0"/>
          <a:stretch/>
        </p:blipFill>
        <p:spPr>
          <a:xfrm rot="-5400000">
            <a:off x="-785911" y="1937192"/>
            <a:ext cx="3611223" cy="3030000"/>
          </a:xfrm>
          <a:prstGeom prst="rect">
            <a:avLst/>
          </a:prstGeom>
          <a:noFill/>
          <a:ln>
            <a:noFill/>
          </a:ln>
        </p:spPr>
      </p:pic>
      <p:pic>
        <p:nvPicPr>
          <p:cNvPr id="517" name="Google Shape;517;p50"/>
          <p:cNvPicPr preferRelativeResize="0"/>
          <p:nvPr/>
        </p:nvPicPr>
        <p:blipFill rotWithShape="1">
          <a:blip r:embed="rId3">
            <a:alphaModFix amt="75000"/>
          </a:blip>
          <a:srcRect b="0" l="26335" r="0" t="537"/>
          <a:stretch/>
        </p:blipFill>
        <p:spPr>
          <a:xfrm rot="5400005">
            <a:off x="6372987" y="109689"/>
            <a:ext cx="3429100" cy="2866821"/>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spTree>
      <p:nvGrpSpPr>
        <p:cNvPr id="518" name="Shape 518"/>
        <p:cNvGrpSpPr/>
        <p:nvPr/>
      </p:nvGrpSpPr>
      <p:grpSpPr>
        <a:xfrm>
          <a:off x="0" y="0"/>
          <a:ext cx="0" cy="0"/>
          <a:chOff x="0" y="0"/>
          <a:chExt cx="0" cy="0"/>
        </a:xfrm>
      </p:grpSpPr>
      <p:pic>
        <p:nvPicPr>
          <p:cNvPr id="519" name="Google Shape;519;p51"/>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520" name="Google Shape;520;p51"/>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51"/>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51"/>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51"/>
          <p:cNvSpPr txBox="1"/>
          <p:nvPr>
            <p:ph type="ctrTitle"/>
          </p:nvPr>
        </p:nvSpPr>
        <p:spPr>
          <a:xfrm>
            <a:off x="2243613" y="573100"/>
            <a:ext cx="4661700" cy="1155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200"/>
              <a:buNone/>
              <a:defRPr sz="7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24" name="Google Shape;524;p51"/>
          <p:cNvSpPr txBox="1"/>
          <p:nvPr>
            <p:ph idx="1" type="subTitle"/>
          </p:nvPr>
        </p:nvSpPr>
        <p:spPr>
          <a:xfrm>
            <a:off x="2243625" y="1723300"/>
            <a:ext cx="4661700" cy="11556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1400"/>
              <a:buNone/>
              <a:defRPr sz="1600">
                <a:solidFill>
                  <a:schemeClr val="lt1"/>
                </a:solidFill>
              </a:defRPr>
            </a:lvl1pPr>
            <a:lvl2pPr lvl="1" rtl="0" algn="ctr">
              <a:lnSpc>
                <a:spcPct val="100000"/>
              </a:lnSpc>
              <a:spcBef>
                <a:spcPts val="0"/>
              </a:spcBef>
              <a:spcAft>
                <a:spcPts val="0"/>
              </a:spcAft>
              <a:buClr>
                <a:schemeClr val="lt1"/>
              </a:buClr>
              <a:buSzPts val="1800"/>
              <a:buNone/>
              <a:defRPr sz="1800">
                <a:solidFill>
                  <a:schemeClr val="lt1"/>
                </a:solidFill>
              </a:defRPr>
            </a:lvl2pPr>
            <a:lvl3pPr lvl="2" rtl="0" algn="ctr">
              <a:lnSpc>
                <a:spcPct val="100000"/>
              </a:lnSpc>
              <a:spcBef>
                <a:spcPts val="0"/>
              </a:spcBef>
              <a:spcAft>
                <a:spcPts val="0"/>
              </a:spcAft>
              <a:buClr>
                <a:schemeClr val="lt1"/>
              </a:buClr>
              <a:buSzPts val="1800"/>
              <a:buNone/>
              <a:defRPr sz="1800">
                <a:solidFill>
                  <a:schemeClr val="lt1"/>
                </a:solidFill>
              </a:defRPr>
            </a:lvl3pPr>
            <a:lvl4pPr lvl="3" rtl="0" algn="ctr">
              <a:lnSpc>
                <a:spcPct val="100000"/>
              </a:lnSpc>
              <a:spcBef>
                <a:spcPts val="0"/>
              </a:spcBef>
              <a:spcAft>
                <a:spcPts val="0"/>
              </a:spcAft>
              <a:buClr>
                <a:schemeClr val="lt1"/>
              </a:buClr>
              <a:buSzPts val="1800"/>
              <a:buNone/>
              <a:defRPr sz="1800">
                <a:solidFill>
                  <a:schemeClr val="lt1"/>
                </a:solidFill>
              </a:defRPr>
            </a:lvl4pPr>
            <a:lvl5pPr lvl="4" rtl="0" algn="ctr">
              <a:lnSpc>
                <a:spcPct val="100000"/>
              </a:lnSpc>
              <a:spcBef>
                <a:spcPts val="0"/>
              </a:spcBef>
              <a:spcAft>
                <a:spcPts val="0"/>
              </a:spcAft>
              <a:buClr>
                <a:schemeClr val="lt1"/>
              </a:buClr>
              <a:buSzPts val="1800"/>
              <a:buNone/>
              <a:defRPr sz="1800">
                <a:solidFill>
                  <a:schemeClr val="lt1"/>
                </a:solidFill>
              </a:defRPr>
            </a:lvl5pPr>
            <a:lvl6pPr lvl="5" rtl="0" algn="ctr">
              <a:lnSpc>
                <a:spcPct val="100000"/>
              </a:lnSpc>
              <a:spcBef>
                <a:spcPts val="0"/>
              </a:spcBef>
              <a:spcAft>
                <a:spcPts val="0"/>
              </a:spcAft>
              <a:buClr>
                <a:schemeClr val="lt1"/>
              </a:buClr>
              <a:buSzPts val="1800"/>
              <a:buNone/>
              <a:defRPr sz="1800">
                <a:solidFill>
                  <a:schemeClr val="lt1"/>
                </a:solidFill>
              </a:defRPr>
            </a:lvl6pPr>
            <a:lvl7pPr lvl="6" rtl="0" algn="ctr">
              <a:lnSpc>
                <a:spcPct val="100000"/>
              </a:lnSpc>
              <a:spcBef>
                <a:spcPts val="0"/>
              </a:spcBef>
              <a:spcAft>
                <a:spcPts val="0"/>
              </a:spcAft>
              <a:buClr>
                <a:schemeClr val="lt1"/>
              </a:buClr>
              <a:buSzPts val="1800"/>
              <a:buNone/>
              <a:defRPr sz="1800">
                <a:solidFill>
                  <a:schemeClr val="lt1"/>
                </a:solidFill>
              </a:defRPr>
            </a:lvl7pPr>
            <a:lvl8pPr lvl="7" rtl="0" algn="ctr">
              <a:lnSpc>
                <a:spcPct val="100000"/>
              </a:lnSpc>
              <a:spcBef>
                <a:spcPts val="0"/>
              </a:spcBef>
              <a:spcAft>
                <a:spcPts val="0"/>
              </a:spcAft>
              <a:buClr>
                <a:schemeClr val="lt1"/>
              </a:buClr>
              <a:buSzPts val="1800"/>
              <a:buNone/>
              <a:defRPr sz="1800">
                <a:solidFill>
                  <a:schemeClr val="lt1"/>
                </a:solidFill>
              </a:defRPr>
            </a:lvl8pPr>
            <a:lvl9pPr lvl="8" rtl="0" algn="ctr">
              <a:lnSpc>
                <a:spcPct val="100000"/>
              </a:lnSpc>
              <a:spcBef>
                <a:spcPts val="0"/>
              </a:spcBef>
              <a:spcAft>
                <a:spcPts val="0"/>
              </a:spcAft>
              <a:buClr>
                <a:schemeClr val="lt1"/>
              </a:buClr>
              <a:buSzPts val="1800"/>
              <a:buNone/>
              <a:defRPr sz="1800">
                <a:solidFill>
                  <a:schemeClr val="lt1"/>
                </a:solidFill>
              </a:defRPr>
            </a:lvl9pPr>
          </a:lstStyle>
          <a:p/>
        </p:txBody>
      </p:sp>
      <p:sp>
        <p:nvSpPr>
          <p:cNvPr id="525" name="Google Shape;525;p51"/>
          <p:cNvSpPr txBox="1"/>
          <p:nvPr/>
        </p:nvSpPr>
        <p:spPr>
          <a:xfrm>
            <a:off x="2072100" y="4182850"/>
            <a:ext cx="4999800" cy="420600"/>
          </a:xfrm>
          <a:prstGeom prst="rect">
            <a:avLst/>
          </a:prstGeom>
          <a:noFill/>
          <a:ln>
            <a:noFill/>
          </a:ln>
        </p:spPr>
        <p:txBody>
          <a:bodyPr anchorCtr="0" anchor="b" bIns="0" lIns="91425" spcFirstLastPara="1" rIns="0" wrap="square" tIns="0">
            <a:noAutofit/>
          </a:bodyPr>
          <a:lstStyle/>
          <a:p>
            <a:pPr indent="0" lvl="0" marL="0" rtl="0" algn="ctr">
              <a:lnSpc>
                <a:spcPct val="100000"/>
              </a:lnSpc>
              <a:spcBef>
                <a:spcPts val="300"/>
              </a:spcBef>
              <a:spcAft>
                <a:spcPts val="0"/>
              </a:spcAft>
              <a:buNone/>
            </a:pPr>
            <a:r>
              <a:rPr lang="en" sz="1200">
                <a:solidFill>
                  <a:schemeClr val="lt1"/>
                </a:solidFill>
                <a:latin typeface="Karla"/>
                <a:ea typeface="Karla"/>
                <a:cs typeface="Karla"/>
                <a:sym typeface="Karla"/>
              </a:rPr>
              <a:t>CREDITS: This presentation template was created by </a:t>
            </a:r>
            <a:r>
              <a:rPr b="1" lang="en" sz="1200">
                <a:solidFill>
                  <a:schemeClr val="lt1"/>
                </a:solidFill>
                <a:uFill>
                  <a:noFill/>
                </a:uFill>
                <a:latin typeface="Karla"/>
                <a:ea typeface="Karla"/>
                <a:cs typeface="Karla"/>
                <a:sym typeface="Karla"/>
                <a:hlinkClick r:id="rId3">
                  <a:extLst>
                    <a:ext uri="{A12FA001-AC4F-418D-AE19-62706E023703}">
                      <ahyp:hlinkClr val="tx"/>
                    </a:ext>
                  </a:extLst>
                </a:hlinkClick>
              </a:rPr>
              <a:t>Slidesgo</a:t>
            </a:r>
            <a:r>
              <a:rPr lang="en" sz="1200">
                <a:solidFill>
                  <a:schemeClr val="lt1"/>
                </a:solidFill>
                <a:latin typeface="Karla"/>
                <a:ea typeface="Karla"/>
                <a:cs typeface="Karla"/>
                <a:sym typeface="Karla"/>
              </a:rPr>
              <a:t>, and includes icons by </a:t>
            </a:r>
            <a:r>
              <a:rPr b="1" lang="en" sz="1200">
                <a:solidFill>
                  <a:schemeClr val="lt1"/>
                </a:solidFill>
                <a:uFill>
                  <a:noFill/>
                </a:uFill>
                <a:latin typeface="Karla"/>
                <a:ea typeface="Karla"/>
                <a:cs typeface="Karla"/>
                <a:sym typeface="Karla"/>
                <a:hlinkClick r:id="rId4">
                  <a:extLst>
                    <a:ext uri="{A12FA001-AC4F-418D-AE19-62706E023703}">
                      <ahyp:hlinkClr val="tx"/>
                    </a:ext>
                  </a:extLst>
                </a:hlinkClick>
              </a:rPr>
              <a:t>Flaticon</a:t>
            </a:r>
            <a:r>
              <a:rPr lang="en" sz="1200">
                <a:solidFill>
                  <a:schemeClr val="lt1"/>
                </a:solidFill>
                <a:latin typeface="Karla"/>
                <a:ea typeface="Karla"/>
                <a:cs typeface="Karla"/>
                <a:sym typeface="Karla"/>
              </a:rPr>
              <a:t> and infographics &amp; images by </a:t>
            </a:r>
            <a:r>
              <a:rPr b="1" lang="en" sz="1200">
                <a:solidFill>
                  <a:schemeClr val="lt1"/>
                </a:solidFill>
                <a:uFill>
                  <a:noFill/>
                </a:uFill>
                <a:latin typeface="Karla"/>
                <a:ea typeface="Karla"/>
                <a:cs typeface="Karla"/>
                <a:sym typeface="Karla"/>
                <a:hlinkClick r:id="rId5">
                  <a:extLst>
                    <a:ext uri="{A12FA001-AC4F-418D-AE19-62706E023703}">
                      <ahyp:hlinkClr val="tx"/>
                    </a:ext>
                  </a:extLst>
                </a:hlinkClick>
              </a:rPr>
              <a:t>Freepik</a:t>
            </a:r>
            <a:endParaRPr b="1" sz="1200">
              <a:solidFill>
                <a:schemeClr val="lt1"/>
              </a:solidFill>
              <a:latin typeface="Karla"/>
              <a:ea typeface="Karla"/>
              <a:cs typeface="Karla"/>
              <a:sym typeface="Karla"/>
            </a:endParaRPr>
          </a:p>
        </p:txBody>
      </p:sp>
      <p:pic>
        <p:nvPicPr>
          <p:cNvPr id="526" name="Google Shape;526;p51"/>
          <p:cNvPicPr preferRelativeResize="0"/>
          <p:nvPr/>
        </p:nvPicPr>
        <p:blipFill rotWithShape="1">
          <a:blip r:embed="rId6">
            <a:alphaModFix amt="75000"/>
          </a:blip>
          <a:srcRect b="0" l="18321" r="0" t="0"/>
          <a:stretch/>
        </p:blipFill>
        <p:spPr>
          <a:xfrm rot="5400000">
            <a:off x="5077976" y="347474"/>
            <a:ext cx="5076823" cy="3848475"/>
          </a:xfrm>
          <a:prstGeom prst="rect">
            <a:avLst/>
          </a:prstGeom>
          <a:noFill/>
          <a:ln>
            <a:noFill/>
          </a:ln>
        </p:spPr>
      </p:pic>
      <p:pic>
        <p:nvPicPr>
          <p:cNvPr id="527" name="Google Shape;527;p51"/>
          <p:cNvPicPr preferRelativeResize="0"/>
          <p:nvPr/>
        </p:nvPicPr>
        <p:blipFill rotWithShape="1">
          <a:blip r:embed="rId6">
            <a:alphaModFix amt="75000"/>
          </a:blip>
          <a:srcRect b="0" l="14259" r="0" t="537"/>
          <a:stretch/>
        </p:blipFill>
        <p:spPr>
          <a:xfrm rot="-5399997">
            <a:off x="-1076912" y="756716"/>
            <a:ext cx="5372099" cy="385867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8">
    <p:spTree>
      <p:nvGrpSpPr>
        <p:cNvPr id="528" name="Shape 528"/>
        <p:cNvGrpSpPr/>
        <p:nvPr/>
      </p:nvGrpSpPr>
      <p:grpSpPr>
        <a:xfrm>
          <a:off x="0" y="0"/>
          <a:ext cx="0" cy="0"/>
          <a:chOff x="0" y="0"/>
          <a:chExt cx="0" cy="0"/>
        </a:xfrm>
      </p:grpSpPr>
      <p:pic>
        <p:nvPicPr>
          <p:cNvPr id="529" name="Google Shape;529;p52"/>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530" name="Google Shape;530;p52"/>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52"/>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52"/>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3" name="Google Shape;533;p52"/>
          <p:cNvPicPr preferRelativeResize="0"/>
          <p:nvPr/>
        </p:nvPicPr>
        <p:blipFill rotWithShape="1">
          <a:blip r:embed="rId3">
            <a:alphaModFix amt="75000"/>
          </a:blip>
          <a:srcRect b="0" l="23664" r="0" t="13300"/>
          <a:stretch/>
        </p:blipFill>
        <p:spPr>
          <a:xfrm>
            <a:off x="9525" y="-156200"/>
            <a:ext cx="4171950" cy="2933699"/>
          </a:xfrm>
          <a:prstGeom prst="rect">
            <a:avLst/>
          </a:prstGeom>
          <a:noFill/>
          <a:ln>
            <a:noFill/>
          </a:ln>
        </p:spPr>
      </p:pic>
      <p:pic>
        <p:nvPicPr>
          <p:cNvPr id="534" name="Google Shape;534;p52"/>
          <p:cNvPicPr preferRelativeResize="0"/>
          <p:nvPr/>
        </p:nvPicPr>
        <p:blipFill rotWithShape="1">
          <a:blip r:embed="rId3">
            <a:alphaModFix amt="75000"/>
          </a:blip>
          <a:srcRect b="0" l="21334" r="0" t="3883"/>
          <a:stretch/>
        </p:blipFill>
        <p:spPr>
          <a:xfrm rot="-10799995">
            <a:off x="5739700" y="2603702"/>
            <a:ext cx="3747200" cy="283507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8_1">
    <p:spTree>
      <p:nvGrpSpPr>
        <p:cNvPr id="535" name="Shape 535"/>
        <p:cNvGrpSpPr/>
        <p:nvPr/>
      </p:nvGrpSpPr>
      <p:grpSpPr>
        <a:xfrm>
          <a:off x="0" y="0"/>
          <a:ext cx="0" cy="0"/>
          <a:chOff x="0" y="0"/>
          <a:chExt cx="0" cy="0"/>
        </a:xfrm>
      </p:grpSpPr>
      <p:pic>
        <p:nvPicPr>
          <p:cNvPr id="536" name="Google Shape;536;p53"/>
          <p:cNvPicPr preferRelativeResize="0"/>
          <p:nvPr/>
        </p:nvPicPr>
        <p:blipFill rotWithShape="1">
          <a:blip r:embed="rId2">
            <a:alphaModFix/>
          </a:blip>
          <a:srcRect b="17754" l="0" r="0" t="1621"/>
          <a:stretch/>
        </p:blipFill>
        <p:spPr>
          <a:xfrm>
            <a:off x="-181700" y="-257175"/>
            <a:ext cx="9649551" cy="5667373"/>
          </a:xfrm>
          <a:prstGeom prst="rect">
            <a:avLst/>
          </a:prstGeom>
          <a:noFill/>
          <a:ln>
            <a:noFill/>
          </a:ln>
        </p:spPr>
      </p:pic>
      <p:sp>
        <p:nvSpPr>
          <p:cNvPr id="537" name="Google Shape;537;p53"/>
          <p:cNvSpPr/>
          <p:nvPr/>
        </p:nvSpPr>
        <p:spPr>
          <a:xfrm rot="-5400000">
            <a:off x="2011650" y="-2135075"/>
            <a:ext cx="5316600" cy="9339900"/>
          </a:xfrm>
          <a:prstGeom prst="rect">
            <a:avLst/>
          </a:prstGeom>
          <a:gradFill>
            <a:gsLst>
              <a:gs pos="0">
                <a:srgbClr val="10355F">
                  <a:alpha val="59215"/>
                </a:srgbClr>
              </a:gs>
              <a:gs pos="50000">
                <a:srgbClr val="FFFFFF">
                  <a:alpha val="0"/>
                </a:srgbClr>
              </a:gs>
              <a:gs pos="100000">
                <a:srgbClr val="10355F">
                  <a:alpha val="59215"/>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53"/>
          <p:cNvSpPr/>
          <p:nvPr/>
        </p:nvSpPr>
        <p:spPr>
          <a:xfrm rot="10800000">
            <a:off x="-371475" y="-85500"/>
            <a:ext cx="895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53"/>
          <p:cNvSpPr/>
          <p:nvPr/>
        </p:nvSpPr>
        <p:spPr>
          <a:xfrm>
            <a:off x="8739750" y="-117725"/>
            <a:ext cx="781200" cy="5305200"/>
          </a:xfrm>
          <a:prstGeom prst="rect">
            <a:avLst/>
          </a:prstGeom>
          <a:gradFill>
            <a:gsLst>
              <a:gs pos="0">
                <a:srgbClr val="FFFFFF">
                  <a:alpha val="47450"/>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0" name="Google Shape;540;p53"/>
          <p:cNvPicPr preferRelativeResize="0"/>
          <p:nvPr/>
        </p:nvPicPr>
        <p:blipFill rotWithShape="1">
          <a:blip r:embed="rId3">
            <a:alphaModFix amt="75000"/>
          </a:blip>
          <a:srcRect b="0" l="20357" r="0" t="0"/>
          <a:stretch/>
        </p:blipFill>
        <p:spPr>
          <a:xfrm rot="5400000">
            <a:off x="4631025" y="510125"/>
            <a:ext cx="5524500" cy="4294700"/>
          </a:xfrm>
          <a:prstGeom prst="rect">
            <a:avLst/>
          </a:prstGeom>
          <a:noFill/>
          <a:ln>
            <a:noFill/>
          </a:ln>
        </p:spPr>
      </p:pic>
      <p:pic>
        <p:nvPicPr>
          <p:cNvPr id="541" name="Google Shape;541;p53"/>
          <p:cNvPicPr preferRelativeResize="0"/>
          <p:nvPr/>
        </p:nvPicPr>
        <p:blipFill rotWithShape="1">
          <a:blip r:embed="rId3">
            <a:alphaModFix amt="75000"/>
          </a:blip>
          <a:srcRect b="0" l="16646" r="0" t="537"/>
          <a:stretch/>
        </p:blipFill>
        <p:spPr>
          <a:xfrm rot="-5399997">
            <a:off x="-1058539" y="294014"/>
            <a:ext cx="5654502" cy="4177819"/>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42" name="Shape 542"/>
        <p:cNvGrpSpPr/>
        <p:nvPr/>
      </p:nvGrpSpPr>
      <p:grpSpPr>
        <a:xfrm>
          <a:off x="0" y="0"/>
          <a:ext cx="0" cy="0"/>
          <a:chOff x="0" y="0"/>
          <a:chExt cx="0" cy="0"/>
        </a:xfrm>
      </p:grpSpPr>
      <p:sp>
        <p:nvSpPr>
          <p:cNvPr id="543" name="Google Shape;543;p54"/>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44" name="Google Shape;544;p5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45" name="Google Shape;545;p54"/>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46" name="Google Shape;546;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974289fd18_14_0)">
  <p:cSld name="Title and body (g3974289fd18_14_0)">
    <p:spTree>
      <p:nvGrpSpPr>
        <p:cNvPr id="547" name="Shape 547"/>
        <p:cNvGrpSpPr/>
        <p:nvPr/>
      </p:nvGrpSpPr>
      <p:grpSpPr>
        <a:xfrm>
          <a:off x="0" y="0"/>
          <a:ext cx="0" cy="0"/>
          <a:chOff x="0" y="0"/>
          <a:chExt cx="0" cy="0"/>
        </a:xfrm>
      </p:grpSpPr>
      <p:sp>
        <p:nvSpPr>
          <p:cNvPr id="548" name="Google Shape;548;p55"/>
          <p:cNvSpPr txBox="1"/>
          <p:nvPr>
            <p:ph idx="1" type="body"/>
          </p:nvPr>
        </p:nvSpPr>
        <p:spPr>
          <a:xfrm>
            <a:off x="720000" y="1168463"/>
            <a:ext cx="7704000" cy="572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AutoNum type="arabicPeriod"/>
              <a:defRPr sz="1200"/>
            </a:lvl1pPr>
            <a:lvl2pPr indent="-317500" lvl="1" marL="914400">
              <a:spcBef>
                <a:spcPts val="0"/>
              </a:spcBef>
              <a:spcAft>
                <a:spcPts val="0"/>
              </a:spcAft>
              <a:buSzPts val="1400"/>
              <a:buAutoNum type="alphaLcPeriod"/>
              <a:defRPr/>
            </a:lvl2pPr>
            <a:lvl3pPr indent="-317500" lvl="2" marL="1371600">
              <a:spcBef>
                <a:spcPts val="0"/>
              </a:spcBef>
              <a:spcAft>
                <a:spcPts val="0"/>
              </a:spcAft>
              <a:buSzPts val="1400"/>
              <a:buAutoNum type="romanLcPeriod"/>
              <a:defRPr/>
            </a:lvl3pPr>
            <a:lvl4pPr indent="-317500" lvl="3" marL="1828800">
              <a:spcBef>
                <a:spcPts val="0"/>
              </a:spcBef>
              <a:spcAft>
                <a:spcPts val="0"/>
              </a:spcAft>
              <a:buSzPts val="1400"/>
              <a:buAutoNum type="arabicPeriod"/>
              <a:defRPr/>
            </a:lvl4pPr>
            <a:lvl5pPr indent="-317500" lvl="4" marL="2286000">
              <a:spcBef>
                <a:spcPts val="0"/>
              </a:spcBef>
              <a:spcAft>
                <a:spcPts val="0"/>
              </a:spcAft>
              <a:buSzPts val="1400"/>
              <a:buAutoNum type="alphaLcPeriod"/>
              <a:defRPr/>
            </a:lvl5pPr>
            <a:lvl6pPr indent="-317500" lvl="5" marL="2743200">
              <a:spcBef>
                <a:spcPts val="0"/>
              </a:spcBef>
              <a:spcAft>
                <a:spcPts val="0"/>
              </a:spcAft>
              <a:buSzPts val="1400"/>
              <a:buAutoNum type="romanLcPeriod"/>
              <a:defRPr/>
            </a:lvl6pPr>
            <a:lvl7pPr indent="-317500" lvl="6" marL="3200400">
              <a:spcBef>
                <a:spcPts val="0"/>
              </a:spcBef>
              <a:spcAft>
                <a:spcPts val="0"/>
              </a:spcAft>
              <a:buSzPts val="1400"/>
              <a:buAutoNum type="arabicPeriod"/>
              <a:defRPr/>
            </a:lvl7pPr>
            <a:lvl8pPr indent="-317500" lvl="7" marL="3657600">
              <a:spcBef>
                <a:spcPts val="0"/>
              </a:spcBef>
              <a:spcAft>
                <a:spcPts val="0"/>
              </a:spcAft>
              <a:buSzPts val="1400"/>
              <a:buAutoNum type="alphaLcPeriod"/>
              <a:defRPr/>
            </a:lvl8pPr>
            <a:lvl9pPr indent="-317500" lvl="8" marL="4114800">
              <a:spcBef>
                <a:spcPts val="0"/>
              </a:spcBef>
              <a:spcAft>
                <a:spcPts val="0"/>
              </a:spcAft>
              <a:buSzPts val="1400"/>
              <a:buAutoNum type="romanLcPeriod"/>
              <a:defRPr/>
            </a:lvl9pPr>
          </a:lstStyle>
          <a:p/>
        </p:txBody>
      </p:sp>
      <p:sp>
        <p:nvSpPr>
          <p:cNvPr id="549" name="Google Shape;549;p55"/>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6.xml"/><Relationship Id="rId22" Type="http://schemas.openxmlformats.org/officeDocument/2006/relationships/slideLayout" Target="../slideLayouts/slideLayout48.xml"/><Relationship Id="rId21" Type="http://schemas.openxmlformats.org/officeDocument/2006/relationships/slideLayout" Target="../slideLayouts/slideLayout47.xml"/><Relationship Id="rId24" Type="http://schemas.openxmlformats.org/officeDocument/2006/relationships/slideLayout" Target="../slideLayouts/slideLayout50.xml"/><Relationship Id="rId23" Type="http://schemas.openxmlformats.org/officeDocument/2006/relationships/slideLayout" Target="../slideLayouts/slideLayout49.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26" Type="http://schemas.openxmlformats.org/officeDocument/2006/relationships/slideLayout" Target="../slideLayouts/slideLayout52.xml"/><Relationship Id="rId25" Type="http://schemas.openxmlformats.org/officeDocument/2006/relationships/slideLayout" Target="../slideLayouts/slideLayout51.xml"/><Relationship Id="rId28" Type="http://schemas.openxmlformats.org/officeDocument/2006/relationships/theme" Target="../theme/theme3.xml"/><Relationship Id="rId27" Type="http://schemas.openxmlformats.org/officeDocument/2006/relationships/slideLayout" Target="../slideLayouts/slideLayout53.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3" Type="http://schemas.openxmlformats.org/officeDocument/2006/relationships/slideLayout" Target="../slideLayouts/slideLayout39.xml"/><Relationship Id="rId12" Type="http://schemas.openxmlformats.org/officeDocument/2006/relationships/slideLayout" Target="../slideLayouts/slideLayout38.xml"/><Relationship Id="rId15" Type="http://schemas.openxmlformats.org/officeDocument/2006/relationships/slideLayout" Target="../slideLayouts/slideLayout41.xml"/><Relationship Id="rId14" Type="http://schemas.openxmlformats.org/officeDocument/2006/relationships/slideLayout" Target="../slideLayouts/slideLayout40.xml"/><Relationship Id="rId17" Type="http://schemas.openxmlformats.org/officeDocument/2006/relationships/slideLayout" Target="../slideLayouts/slideLayout43.xml"/><Relationship Id="rId16" Type="http://schemas.openxmlformats.org/officeDocument/2006/relationships/slideLayout" Target="../slideLayouts/slideLayout42.xml"/><Relationship Id="rId19" Type="http://schemas.openxmlformats.org/officeDocument/2006/relationships/slideLayout" Target="../slideLayouts/slideLayout45.xml"/><Relationship Id="rId18"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37000">
              <a:schemeClr val="dk1"/>
            </a:gs>
            <a:gs pos="63000">
              <a:schemeClr val="dk1"/>
            </a:gs>
            <a:gs pos="100000">
              <a:schemeClr val="dk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82475" y="540000"/>
            <a:ext cx="77040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2800"/>
              <a:buFont typeface="Audiowide"/>
              <a:buNone/>
              <a:defRPr sz="2800">
                <a:solidFill>
                  <a:schemeClr val="lt1"/>
                </a:solidFill>
                <a:latin typeface="Audiowide"/>
                <a:ea typeface="Audiowide"/>
                <a:cs typeface="Audiowide"/>
                <a:sym typeface="Audiowide"/>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p:txBody>
      </p:sp>
      <p:sp>
        <p:nvSpPr>
          <p:cNvPr id="7" name="Google Shape;7;p1"/>
          <p:cNvSpPr txBox="1"/>
          <p:nvPr>
            <p:ph idx="1" type="body"/>
          </p:nvPr>
        </p:nvSpPr>
        <p:spPr>
          <a:xfrm>
            <a:off x="782475" y="1152475"/>
            <a:ext cx="77040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1pPr>
            <a:lvl2pPr indent="-317500" lvl="1" marL="9144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2pPr>
            <a:lvl3pPr indent="-317500" lvl="2" marL="13716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3pPr>
            <a:lvl4pPr indent="-317500" lvl="3" marL="18288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4pPr>
            <a:lvl5pPr indent="-317500" lvl="4" marL="22860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5pPr>
            <a:lvl6pPr indent="-317500" lvl="5" marL="27432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6pPr>
            <a:lvl7pPr indent="-317500" lvl="6" marL="32004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7pPr>
            <a:lvl8pPr indent="-317500" lvl="7" marL="36576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8pPr>
            <a:lvl9pPr indent="-317500" lvl="8" marL="41148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37000">
              <a:schemeClr val="dk1"/>
            </a:gs>
            <a:gs pos="63000">
              <a:schemeClr val="dk1"/>
            </a:gs>
            <a:gs pos="100000">
              <a:schemeClr val="dk2"/>
            </a:gs>
          </a:gsLst>
          <a:lin ang="5400012" scaled="0"/>
        </a:gradFill>
      </p:bgPr>
    </p:bg>
    <p:spTree>
      <p:nvGrpSpPr>
        <p:cNvPr id="276" name="Shape 276"/>
        <p:cNvGrpSpPr/>
        <p:nvPr/>
      </p:nvGrpSpPr>
      <p:grpSpPr>
        <a:xfrm>
          <a:off x="0" y="0"/>
          <a:ext cx="0" cy="0"/>
          <a:chOff x="0" y="0"/>
          <a:chExt cx="0" cy="0"/>
        </a:xfrm>
      </p:grpSpPr>
      <p:sp>
        <p:nvSpPr>
          <p:cNvPr id="277" name="Google Shape;277;p28"/>
          <p:cNvSpPr txBox="1"/>
          <p:nvPr>
            <p:ph type="title"/>
          </p:nvPr>
        </p:nvSpPr>
        <p:spPr>
          <a:xfrm>
            <a:off x="782475" y="540000"/>
            <a:ext cx="77040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lt1"/>
              </a:buClr>
              <a:buSzPts val="2800"/>
              <a:buFont typeface="Audiowide"/>
              <a:buNone/>
              <a:defRPr sz="2800">
                <a:solidFill>
                  <a:schemeClr val="lt1"/>
                </a:solidFill>
                <a:latin typeface="Audiowide"/>
                <a:ea typeface="Audiowide"/>
                <a:cs typeface="Audiowide"/>
                <a:sym typeface="Audiowide"/>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p:txBody>
      </p:sp>
      <p:sp>
        <p:nvSpPr>
          <p:cNvPr id="278" name="Google Shape;278;p28"/>
          <p:cNvSpPr txBox="1"/>
          <p:nvPr>
            <p:ph idx="1" type="body"/>
          </p:nvPr>
        </p:nvSpPr>
        <p:spPr>
          <a:xfrm>
            <a:off x="782475" y="1152475"/>
            <a:ext cx="77040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1pPr>
            <a:lvl2pPr indent="-317500" lvl="1" marL="9144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2pPr>
            <a:lvl3pPr indent="-317500" lvl="2" marL="13716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3pPr>
            <a:lvl4pPr indent="-317500" lvl="3" marL="18288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4pPr>
            <a:lvl5pPr indent="-317500" lvl="4" marL="22860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5pPr>
            <a:lvl6pPr indent="-317500" lvl="5" marL="27432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6pPr>
            <a:lvl7pPr indent="-317500" lvl="6" marL="32004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7pPr>
            <a:lvl8pPr indent="-317500" lvl="7" marL="36576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8pPr>
            <a:lvl9pPr indent="-317500" lvl="8" marL="4114800">
              <a:lnSpc>
                <a:spcPct val="100000"/>
              </a:lnSpc>
              <a:spcBef>
                <a:spcPts val="0"/>
              </a:spcBef>
              <a:spcAft>
                <a:spcPts val="0"/>
              </a:spcAft>
              <a:buClr>
                <a:schemeClr val="lt1"/>
              </a:buClr>
              <a:buSzPts val="1400"/>
              <a:buFont typeface="Karla"/>
              <a:buChar char="■"/>
              <a:defRPr>
                <a:solidFill>
                  <a:schemeClr val="lt1"/>
                </a:solidFill>
                <a:latin typeface="Karla"/>
                <a:ea typeface="Karla"/>
                <a:cs typeface="Karla"/>
                <a:sym typeface="Karla"/>
              </a:defRPr>
            </a:lvl9pPr>
          </a:lstStyle>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0.png"/><Relationship Id="rId9" Type="http://schemas.openxmlformats.org/officeDocument/2006/relationships/image" Target="../media/image7.png"/><Relationship Id="rId5" Type="http://schemas.openxmlformats.org/officeDocument/2006/relationships/image" Target="../media/image20.png"/><Relationship Id="rId6" Type="http://schemas.openxmlformats.org/officeDocument/2006/relationships/image" Target="../media/image4.png"/><Relationship Id="rId7" Type="http://schemas.openxmlformats.org/officeDocument/2006/relationships/image" Target="../media/image13.png"/><Relationship Id="rId8" Type="http://schemas.openxmlformats.org/officeDocument/2006/relationships/image" Target="../media/image19.png"/><Relationship Id="rId11" Type="http://schemas.openxmlformats.org/officeDocument/2006/relationships/image" Target="../media/image15.png"/><Relationship Id="rId10" Type="http://schemas.openxmlformats.org/officeDocument/2006/relationships/image" Target="../media/image30.png"/><Relationship Id="rId13" Type="http://schemas.openxmlformats.org/officeDocument/2006/relationships/image" Target="../media/image5.png"/><Relationship Id="rId12" Type="http://schemas.openxmlformats.org/officeDocument/2006/relationships/image" Target="../media/image9.png"/><Relationship Id="rId15" Type="http://schemas.openxmlformats.org/officeDocument/2006/relationships/image" Target="../media/image18.png"/><Relationship Id="rId14" Type="http://schemas.openxmlformats.org/officeDocument/2006/relationships/image" Target="../media/image16.png"/><Relationship Id="rId16"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23.png"/><Relationship Id="rId7"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drive.google.com/file/d/1dnPVaAHl7wIfysYeNSgNf7Kr1AZklOuk/view" TargetMode="External"/><Relationship Id="rId4" Type="http://schemas.openxmlformats.org/officeDocument/2006/relationships/image" Target="../media/image2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56"/>
          <p:cNvSpPr txBox="1"/>
          <p:nvPr>
            <p:ph type="ctrTitle"/>
          </p:nvPr>
        </p:nvSpPr>
        <p:spPr>
          <a:xfrm>
            <a:off x="1625850" y="1317528"/>
            <a:ext cx="5892300" cy="235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700"/>
              <a:t>AI Code Converter</a:t>
            </a:r>
            <a:endParaRPr sz="4700"/>
          </a:p>
        </p:txBody>
      </p:sp>
      <p:sp>
        <p:nvSpPr>
          <p:cNvPr id="555" name="Google Shape;555;p56"/>
          <p:cNvSpPr txBox="1"/>
          <p:nvPr>
            <p:ph idx="1" type="subTitle"/>
          </p:nvPr>
        </p:nvSpPr>
        <p:spPr>
          <a:xfrm>
            <a:off x="390525" y="2789118"/>
            <a:ext cx="8222100" cy="1029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a:p>
            <a:pPr indent="0" lvl="0" marL="0" rtl="0" algn="ctr">
              <a:spcBef>
                <a:spcPts val="0"/>
              </a:spcBef>
              <a:spcAft>
                <a:spcPts val="0"/>
              </a:spcAft>
              <a:buNone/>
            </a:pPr>
            <a:r>
              <a:rPr lang="en" sz="1500"/>
              <a:t>Team: The Control Alt Converters</a:t>
            </a:r>
            <a:br>
              <a:rPr lang="en" sz="1500"/>
            </a:br>
            <a:r>
              <a:rPr lang="en" sz="1500"/>
              <a:t>Sponsor: </a:t>
            </a:r>
            <a:endParaRPr sz="1500"/>
          </a:p>
        </p:txBody>
      </p:sp>
      <p:pic>
        <p:nvPicPr>
          <p:cNvPr id="556" name="Google Shape;556;p56" title="lockheedmartinlogo.png"/>
          <p:cNvPicPr preferRelativeResize="0"/>
          <p:nvPr/>
        </p:nvPicPr>
        <p:blipFill>
          <a:blip r:embed="rId3">
            <a:alphaModFix/>
          </a:blip>
          <a:stretch>
            <a:fillRect/>
          </a:stretch>
        </p:blipFill>
        <p:spPr>
          <a:xfrm>
            <a:off x="3660750" y="3675825"/>
            <a:ext cx="1822500" cy="539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7"/>
          <p:cNvSpPr txBox="1"/>
          <p:nvPr>
            <p:ph type="title"/>
          </p:nvPr>
        </p:nvSpPr>
        <p:spPr>
          <a:xfrm>
            <a:off x="720000" y="540000"/>
            <a:ext cx="55902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Problem Statements</a:t>
            </a:r>
            <a:endParaRPr/>
          </a:p>
        </p:txBody>
      </p:sp>
      <p:sp>
        <p:nvSpPr>
          <p:cNvPr id="562" name="Google Shape;562;p57"/>
          <p:cNvSpPr txBox="1"/>
          <p:nvPr>
            <p:ph idx="1" type="body"/>
          </p:nvPr>
        </p:nvSpPr>
        <p:spPr>
          <a:xfrm>
            <a:off x="720000" y="1168463"/>
            <a:ext cx="7704000" cy="572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sz="1600"/>
              <a:t>Legacy code is hard to maintain</a:t>
            </a:r>
            <a:endParaRPr sz="1600"/>
          </a:p>
          <a:p>
            <a:pPr indent="-342900" lvl="0" marL="457200" rtl="0" algn="l">
              <a:spcBef>
                <a:spcPts val="0"/>
              </a:spcBef>
              <a:spcAft>
                <a:spcPts val="0"/>
              </a:spcAft>
              <a:buSzPts val="1800"/>
              <a:buAutoNum type="arabicPeriod"/>
            </a:pPr>
            <a:r>
              <a:rPr lang="en" sz="1600"/>
              <a:t>Manual </a:t>
            </a:r>
            <a:r>
              <a:rPr lang="en" sz="1600"/>
              <a:t>M</a:t>
            </a:r>
            <a:r>
              <a:rPr lang="en" sz="1600"/>
              <a:t>odernization is slow and error-prone</a:t>
            </a:r>
            <a:endParaRPr sz="1600"/>
          </a:p>
          <a:p>
            <a:pPr indent="-342900" lvl="0" marL="457200" rtl="0" algn="l">
              <a:spcBef>
                <a:spcPts val="0"/>
              </a:spcBef>
              <a:spcAft>
                <a:spcPts val="0"/>
              </a:spcAft>
              <a:buSzPts val="1800"/>
              <a:buAutoNum type="arabicPeriod"/>
            </a:pPr>
            <a:r>
              <a:rPr lang="en" sz="1600"/>
              <a:t>Deprecated Libraries &amp; APIs Break Systems</a:t>
            </a:r>
            <a:endParaRPr sz="1600"/>
          </a:p>
          <a:p>
            <a:pPr indent="-342900" lvl="0" marL="457200" rtl="0" algn="l">
              <a:spcBef>
                <a:spcPts val="0"/>
              </a:spcBef>
              <a:spcAft>
                <a:spcPts val="0"/>
              </a:spcAft>
              <a:buSzPts val="1800"/>
              <a:buAutoNum type="arabicPeriod"/>
            </a:pPr>
            <a:r>
              <a:rPr i="1" lang="en" sz="1600"/>
              <a:t>Lack of Skilled Developers for older lang</a:t>
            </a:r>
            <a:r>
              <a:rPr i="1" lang="en" sz="1600"/>
              <a:t>uages </a:t>
            </a:r>
            <a:endParaRPr i="1" sz="1600"/>
          </a:p>
          <a:p>
            <a:pPr indent="-342900" lvl="0" marL="457200" rtl="0" algn="l">
              <a:spcBef>
                <a:spcPts val="0"/>
              </a:spcBef>
              <a:spcAft>
                <a:spcPts val="0"/>
              </a:spcAft>
              <a:buSzPts val="1800"/>
              <a:buAutoNum type="arabicPeriod"/>
            </a:pPr>
            <a:r>
              <a:rPr lang="en" sz="1600"/>
              <a:t>Security Vulnerabilities in Outdated Libraries </a:t>
            </a:r>
            <a:endParaRPr sz="1600"/>
          </a:p>
        </p:txBody>
      </p:sp>
      <p:pic>
        <p:nvPicPr>
          <p:cNvPr id="563" name="Google Shape;563;p57"/>
          <p:cNvPicPr preferRelativeResize="0"/>
          <p:nvPr/>
        </p:nvPicPr>
        <p:blipFill>
          <a:blip r:embed="rId3">
            <a:alphaModFix/>
          </a:blip>
          <a:stretch>
            <a:fillRect/>
          </a:stretch>
        </p:blipFill>
        <p:spPr>
          <a:xfrm>
            <a:off x="5843550" y="412000"/>
            <a:ext cx="2986125" cy="45241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8"/>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Goals &amp; Objectives</a:t>
            </a:r>
            <a:endParaRPr/>
          </a:p>
        </p:txBody>
      </p:sp>
      <p:sp>
        <p:nvSpPr>
          <p:cNvPr id="569" name="Google Shape;569;p58"/>
          <p:cNvSpPr txBox="1"/>
          <p:nvPr>
            <p:ph idx="1" type="body"/>
          </p:nvPr>
        </p:nvSpPr>
        <p:spPr>
          <a:xfrm>
            <a:off x="1185400" y="1502625"/>
            <a:ext cx="6619500" cy="572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t>Develop an AI tool to modernize legacy code and applications</a:t>
            </a:r>
            <a:endParaRPr sz="1800"/>
          </a:p>
          <a:p>
            <a:pPr indent="0" lvl="0" marL="0" rtl="0" algn="l">
              <a:lnSpc>
                <a:spcPct val="150000"/>
              </a:lnSpc>
              <a:spcBef>
                <a:spcPts val="0"/>
              </a:spcBef>
              <a:spcAft>
                <a:spcPts val="0"/>
              </a:spcAft>
              <a:buNone/>
            </a:pPr>
            <a:r>
              <a:t/>
            </a:r>
            <a:endParaRPr sz="1800"/>
          </a:p>
          <a:p>
            <a:pPr indent="-342900" lvl="0" marL="457200" rtl="0" algn="l">
              <a:lnSpc>
                <a:spcPct val="150000"/>
              </a:lnSpc>
              <a:spcBef>
                <a:spcPts val="0"/>
              </a:spcBef>
              <a:spcAft>
                <a:spcPts val="0"/>
              </a:spcAft>
              <a:buSzPts val="1800"/>
              <a:buChar char="-"/>
            </a:pPr>
            <a:r>
              <a:rPr lang="en" sz="1800"/>
              <a:t>Convert Legacy Code</a:t>
            </a:r>
            <a:endParaRPr sz="1800"/>
          </a:p>
          <a:p>
            <a:pPr indent="-342900" lvl="0" marL="457200" rtl="0" algn="l">
              <a:lnSpc>
                <a:spcPct val="150000"/>
              </a:lnSpc>
              <a:spcBef>
                <a:spcPts val="0"/>
              </a:spcBef>
              <a:spcAft>
                <a:spcPts val="0"/>
              </a:spcAft>
              <a:buSzPts val="1800"/>
              <a:buChar char="-"/>
            </a:pPr>
            <a:r>
              <a:rPr lang="en" sz="1800"/>
              <a:t>Automate Build Processes</a:t>
            </a:r>
            <a:endParaRPr sz="1800"/>
          </a:p>
          <a:p>
            <a:pPr indent="-342900" lvl="0" marL="457200" rtl="0" algn="l">
              <a:lnSpc>
                <a:spcPct val="150000"/>
              </a:lnSpc>
              <a:spcBef>
                <a:spcPts val="0"/>
              </a:spcBef>
              <a:spcAft>
                <a:spcPts val="0"/>
              </a:spcAft>
              <a:buSzPts val="1800"/>
              <a:buChar char="-"/>
            </a:pPr>
            <a:r>
              <a:rPr lang="en" sz="1800"/>
              <a:t>Documentation &amp; Artifacts</a:t>
            </a:r>
            <a:endParaRPr sz="1800"/>
          </a:p>
          <a:p>
            <a:pPr indent="-342900" lvl="0" marL="457200" rtl="0" algn="l">
              <a:lnSpc>
                <a:spcPct val="150000"/>
              </a:lnSpc>
              <a:spcBef>
                <a:spcPts val="0"/>
              </a:spcBef>
              <a:spcAft>
                <a:spcPts val="0"/>
              </a:spcAft>
              <a:buSzPts val="1800"/>
              <a:buChar char="-"/>
            </a:pPr>
            <a:r>
              <a:rPr lang="en" sz="1800"/>
              <a:t>Functional Parity</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9"/>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Team Process</a:t>
            </a:r>
            <a:endParaRPr/>
          </a:p>
        </p:txBody>
      </p:sp>
      <p:sp>
        <p:nvSpPr>
          <p:cNvPr id="575" name="Google Shape;575;p5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700"/>
              <a:t>Team communication tools:</a:t>
            </a:r>
            <a:endParaRPr sz="1500"/>
          </a:p>
          <a:p>
            <a:pPr indent="-323850" lvl="1" marL="914400" rtl="0" algn="l">
              <a:spcBef>
                <a:spcPts val="0"/>
              </a:spcBef>
              <a:spcAft>
                <a:spcPts val="0"/>
              </a:spcAft>
              <a:buSzPts val="1500"/>
              <a:buChar char="-"/>
            </a:pPr>
            <a:r>
              <a:rPr lang="en" sz="1500"/>
              <a:t>Discord</a:t>
            </a:r>
            <a:endParaRPr sz="1500"/>
          </a:p>
          <a:p>
            <a:pPr indent="-323850" lvl="1" marL="914400" rtl="0" algn="l">
              <a:spcBef>
                <a:spcPts val="0"/>
              </a:spcBef>
              <a:spcAft>
                <a:spcPts val="0"/>
              </a:spcAft>
              <a:buSzPts val="1500"/>
              <a:buChar char="-"/>
            </a:pPr>
            <a:r>
              <a:rPr lang="en" sz="1500"/>
              <a:t>Email</a:t>
            </a:r>
            <a:endParaRPr sz="1700"/>
          </a:p>
          <a:p>
            <a:pPr indent="-323850" lvl="1" marL="914400" rtl="0" algn="l">
              <a:spcBef>
                <a:spcPts val="0"/>
              </a:spcBef>
              <a:spcAft>
                <a:spcPts val="0"/>
              </a:spcAft>
              <a:buSzPts val="1500"/>
              <a:buChar char="-"/>
            </a:pPr>
            <a:r>
              <a:rPr lang="en" sz="1500"/>
              <a:t>Jira</a:t>
            </a:r>
            <a:endParaRPr sz="1500"/>
          </a:p>
          <a:p>
            <a:pPr indent="-336550" lvl="0" marL="457200" rtl="0" algn="l">
              <a:spcBef>
                <a:spcPts val="0"/>
              </a:spcBef>
              <a:spcAft>
                <a:spcPts val="0"/>
              </a:spcAft>
              <a:buSzPts val="1700"/>
              <a:buChar char="-"/>
            </a:pPr>
            <a:r>
              <a:rPr lang="en" sz="1700"/>
              <a:t>Time tracking</a:t>
            </a:r>
            <a:endParaRPr sz="1700"/>
          </a:p>
          <a:p>
            <a:pPr indent="-323850" lvl="1" marL="914400" rtl="0" algn="l">
              <a:spcBef>
                <a:spcPts val="0"/>
              </a:spcBef>
              <a:spcAft>
                <a:spcPts val="0"/>
              </a:spcAft>
              <a:buSzPts val="1500"/>
              <a:buChar char="-"/>
            </a:pPr>
            <a:r>
              <a:rPr lang="en" sz="1500"/>
              <a:t>Jira work logs</a:t>
            </a:r>
            <a:endParaRPr sz="1500"/>
          </a:p>
          <a:p>
            <a:pPr indent="-336550" lvl="0" marL="457200" rtl="0" algn="l">
              <a:spcBef>
                <a:spcPts val="0"/>
              </a:spcBef>
              <a:spcAft>
                <a:spcPts val="0"/>
              </a:spcAft>
              <a:buSzPts val="1700"/>
              <a:buChar char="-"/>
            </a:pPr>
            <a:r>
              <a:rPr lang="en" sz="1700"/>
              <a:t>Meeting agenda</a:t>
            </a:r>
            <a:endParaRPr sz="1700">
              <a:solidFill>
                <a:srgbClr val="FAFAFA"/>
              </a:solidFill>
            </a:endParaRPr>
          </a:p>
          <a:p>
            <a:pPr indent="-323850" lvl="1" marL="914400" rtl="0" algn="l">
              <a:spcBef>
                <a:spcPts val="0"/>
              </a:spcBef>
              <a:spcAft>
                <a:spcPts val="0"/>
              </a:spcAft>
              <a:buSzPts val="1500"/>
              <a:buChar char="-"/>
            </a:pPr>
            <a:r>
              <a:rPr lang="en" sz="1500"/>
              <a:t>Team meetings 5pm tuesdays</a:t>
            </a:r>
            <a:endParaRPr sz="1500"/>
          </a:p>
          <a:p>
            <a:pPr indent="-323850" lvl="2" marL="1371600" rtl="0" algn="l">
              <a:spcBef>
                <a:spcPts val="0"/>
              </a:spcBef>
              <a:spcAft>
                <a:spcPts val="0"/>
              </a:spcAft>
              <a:buSzPts val="1500"/>
              <a:buChar char="-"/>
            </a:pPr>
            <a:r>
              <a:rPr lang="en" sz="1500"/>
              <a:t>Sprint planning</a:t>
            </a:r>
            <a:endParaRPr sz="1500"/>
          </a:p>
          <a:p>
            <a:pPr indent="-323850" lvl="2" marL="1371600" rtl="0" algn="l">
              <a:spcBef>
                <a:spcPts val="0"/>
              </a:spcBef>
              <a:spcAft>
                <a:spcPts val="0"/>
              </a:spcAft>
              <a:buSzPts val="1500"/>
              <a:buChar char="-"/>
            </a:pPr>
            <a:r>
              <a:rPr lang="en" sz="1500"/>
              <a:t>Story pointing</a:t>
            </a:r>
            <a:endParaRPr sz="1500"/>
          </a:p>
          <a:p>
            <a:pPr indent="-323850" lvl="2" marL="1371600" rtl="0" algn="l">
              <a:spcBef>
                <a:spcPts val="0"/>
              </a:spcBef>
              <a:spcAft>
                <a:spcPts val="0"/>
              </a:spcAft>
              <a:buSzPts val="1500"/>
              <a:buChar char="-"/>
            </a:pPr>
            <a:r>
              <a:rPr lang="en" sz="1500"/>
              <a:t>PR discussion</a:t>
            </a:r>
            <a:endParaRPr sz="1500"/>
          </a:p>
          <a:p>
            <a:pPr indent="-323850" lvl="2" marL="1371600" rtl="0" algn="l">
              <a:spcBef>
                <a:spcPts val="0"/>
              </a:spcBef>
              <a:spcAft>
                <a:spcPts val="0"/>
              </a:spcAft>
              <a:buSzPts val="1500"/>
              <a:buChar char="-"/>
            </a:pPr>
            <a:r>
              <a:rPr lang="en" sz="1500"/>
              <a:t>Story Grooming</a:t>
            </a:r>
            <a:endParaRPr sz="1500"/>
          </a:p>
        </p:txBody>
      </p:sp>
      <p:sp>
        <p:nvSpPr>
          <p:cNvPr id="576" name="Google Shape;576;p59"/>
          <p:cNvSpPr txBox="1"/>
          <p:nvPr/>
        </p:nvSpPr>
        <p:spPr>
          <a:xfrm>
            <a:off x="4522100" y="1919075"/>
            <a:ext cx="3295200" cy="1563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lt1"/>
              </a:buClr>
              <a:buSzPts val="1600"/>
              <a:buFont typeface="Roboto"/>
              <a:buChar char="-"/>
            </a:pPr>
            <a:r>
              <a:rPr lang="en" sz="1600">
                <a:solidFill>
                  <a:schemeClr val="lt1"/>
                </a:solidFill>
                <a:latin typeface="Roboto"/>
                <a:ea typeface="Roboto"/>
                <a:cs typeface="Roboto"/>
                <a:sym typeface="Roboto"/>
              </a:rPr>
              <a:t>Metrics Tracked</a:t>
            </a:r>
            <a:endParaRPr sz="1600">
              <a:solidFill>
                <a:schemeClr val="lt1"/>
              </a:solidFill>
              <a:latin typeface="Roboto"/>
              <a:ea typeface="Roboto"/>
              <a:cs typeface="Roboto"/>
              <a:sym typeface="Roboto"/>
            </a:endParaRPr>
          </a:p>
          <a:p>
            <a:pPr indent="-330200" lvl="1" marL="914400" rtl="0" algn="l">
              <a:lnSpc>
                <a:spcPct val="115000"/>
              </a:lnSpc>
              <a:spcBef>
                <a:spcPts val="0"/>
              </a:spcBef>
              <a:spcAft>
                <a:spcPts val="0"/>
              </a:spcAft>
              <a:buClr>
                <a:schemeClr val="lt1"/>
              </a:buClr>
              <a:buSzPts val="1600"/>
              <a:buFont typeface="Roboto"/>
              <a:buChar char="-"/>
            </a:pPr>
            <a:r>
              <a:rPr lang="en" sz="1600">
                <a:solidFill>
                  <a:schemeClr val="lt1"/>
                </a:solidFill>
                <a:latin typeface="Roboto"/>
                <a:ea typeface="Roboto"/>
                <a:cs typeface="Roboto"/>
                <a:sym typeface="Roboto"/>
              </a:rPr>
              <a:t>Product Metric: Manual Intervention Rate (MIR)</a:t>
            </a:r>
            <a:endParaRPr sz="1600">
              <a:solidFill>
                <a:schemeClr val="lt1"/>
              </a:solidFill>
              <a:latin typeface="Roboto"/>
              <a:ea typeface="Roboto"/>
              <a:cs typeface="Roboto"/>
              <a:sym typeface="Roboto"/>
            </a:endParaRPr>
          </a:p>
          <a:p>
            <a:pPr indent="-330200" lvl="1" marL="914400" rtl="0" algn="l">
              <a:lnSpc>
                <a:spcPct val="115000"/>
              </a:lnSpc>
              <a:spcBef>
                <a:spcPts val="0"/>
              </a:spcBef>
              <a:spcAft>
                <a:spcPts val="0"/>
              </a:spcAft>
              <a:buClr>
                <a:schemeClr val="lt1"/>
              </a:buClr>
              <a:buSzPts val="1600"/>
              <a:buFont typeface="Roboto"/>
              <a:buChar char="-"/>
            </a:pPr>
            <a:r>
              <a:rPr lang="en" sz="1600">
                <a:solidFill>
                  <a:schemeClr val="lt1"/>
                </a:solidFill>
                <a:latin typeface="Roboto"/>
                <a:ea typeface="Roboto"/>
                <a:cs typeface="Roboto"/>
                <a:sym typeface="Roboto"/>
              </a:rPr>
              <a:t>Process Metric: Sprint Velocity</a:t>
            </a:r>
            <a:endParaRPr sz="1600">
              <a:solidFill>
                <a:schemeClr val="lt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580" name="Shape 580"/>
        <p:cNvGrpSpPr/>
        <p:nvPr/>
      </p:nvGrpSpPr>
      <p:grpSpPr>
        <a:xfrm>
          <a:off x="0" y="0"/>
          <a:ext cx="0" cy="0"/>
          <a:chOff x="0" y="0"/>
          <a:chExt cx="0" cy="0"/>
        </a:xfrm>
      </p:grpSpPr>
      <p:sp>
        <p:nvSpPr>
          <p:cNvPr id="581" name="Google Shape;581;p60"/>
          <p:cNvSpPr txBox="1"/>
          <p:nvPr/>
        </p:nvSpPr>
        <p:spPr>
          <a:xfrm>
            <a:off x="-2" y="176801"/>
            <a:ext cx="71484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Original Service Diagram</a:t>
            </a:r>
            <a:endParaRPr sz="16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585" name="Shape 585"/>
        <p:cNvGrpSpPr/>
        <p:nvPr/>
      </p:nvGrpSpPr>
      <p:grpSpPr>
        <a:xfrm>
          <a:off x="0" y="0"/>
          <a:ext cx="0" cy="0"/>
          <a:chOff x="0" y="0"/>
          <a:chExt cx="0" cy="0"/>
        </a:xfrm>
      </p:grpSpPr>
      <p:sp>
        <p:nvSpPr>
          <p:cNvPr id="586" name="Google Shape;586;p61"/>
          <p:cNvSpPr txBox="1"/>
          <p:nvPr>
            <p:ph idx="4294967295" type="title"/>
          </p:nvPr>
        </p:nvSpPr>
        <p:spPr>
          <a:xfrm>
            <a:off x="0" y="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590" name="Shape 590"/>
        <p:cNvGrpSpPr/>
        <p:nvPr/>
      </p:nvGrpSpPr>
      <p:grpSpPr>
        <a:xfrm>
          <a:off x="0" y="0"/>
          <a:ext cx="0" cy="0"/>
          <a:chOff x="0" y="0"/>
          <a:chExt cx="0" cy="0"/>
        </a:xfrm>
      </p:grpSpPr>
      <p:sp>
        <p:nvSpPr>
          <p:cNvPr id="591" name="Google Shape;591;p62"/>
          <p:cNvSpPr txBox="1"/>
          <p:nvPr/>
        </p:nvSpPr>
        <p:spPr>
          <a:xfrm>
            <a:off x="98750" y="458708"/>
            <a:ext cx="71484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Expandable &amp; Modular</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3"/>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System Architecture Overview</a:t>
            </a:r>
            <a:endParaRPr/>
          </a:p>
        </p:txBody>
      </p:sp>
      <p:sp>
        <p:nvSpPr>
          <p:cNvPr id="597" name="Google Shape;597;p63"/>
          <p:cNvSpPr txBox="1"/>
          <p:nvPr/>
        </p:nvSpPr>
        <p:spPr>
          <a:xfrm>
            <a:off x="3318825" y="1750163"/>
            <a:ext cx="3020100" cy="28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Roboto"/>
                <a:ea typeface="Roboto"/>
                <a:cs typeface="Roboto"/>
                <a:sym typeface="Roboto"/>
              </a:rPr>
              <a:t>Frontend UI (React + Next.js)</a:t>
            </a:r>
            <a:endParaRPr sz="1300">
              <a:solidFill>
                <a:schemeClr val="lt1"/>
              </a:solidFill>
              <a:latin typeface="Roboto"/>
              <a:ea typeface="Roboto"/>
              <a:cs typeface="Roboto"/>
              <a:sym typeface="Roboto"/>
            </a:endParaRPr>
          </a:p>
          <a:p>
            <a:pPr indent="0" lvl="0" marL="457200" rtl="0" algn="l">
              <a:lnSpc>
                <a:spcPct val="115000"/>
              </a:lnSpc>
              <a:spcBef>
                <a:spcPts val="1200"/>
              </a:spcBef>
              <a:spcAft>
                <a:spcPts val="0"/>
              </a:spcAft>
              <a:buNone/>
            </a:pPr>
            <a:r>
              <a:rPr lang="en" sz="1100">
                <a:solidFill>
                  <a:schemeClr val="lt1"/>
                </a:solidFill>
                <a:latin typeface="Roboto"/>
                <a:ea typeface="Roboto"/>
                <a:cs typeface="Roboto"/>
                <a:sym typeface="Roboto"/>
              </a:rPr>
              <a:t>Utilizing Cloudfront (via s3) for website hosting</a:t>
            </a:r>
            <a:endParaRPr sz="1100">
              <a:solidFill>
                <a:schemeClr val="lt1"/>
              </a:solidFill>
              <a:latin typeface="Roboto"/>
              <a:ea typeface="Roboto"/>
              <a:cs typeface="Roboto"/>
              <a:sym typeface="Roboto"/>
            </a:endParaRPr>
          </a:p>
          <a:p>
            <a:pPr indent="0" lvl="0" marL="457200" rtl="0" algn="l">
              <a:lnSpc>
                <a:spcPct val="115000"/>
              </a:lnSpc>
              <a:spcBef>
                <a:spcPts val="1200"/>
              </a:spcBef>
              <a:spcAft>
                <a:spcPts val="0"/>
              </a:spcAft>
              <a:buNone/>
            </a:pPr>
            <a:r>
              <a:rPr lang="en" sz="1100">
                <a:solidFill>
                  <a:schemeClr val="lt1"/>
                </a:solidFill>
                <a:latin typeface="Roboto"/>
                <a:ea typeface="Roboto"/>
                <a:cs typeface="Roboto"/>
                <a:sym typeface="Roboto"/>
              </a:rPr>
              <a:t>Interacts w/ Backend via. API Gateway</a:t>
            </a:r>
            <a:endParaRPr sz="1100">
              <a:solidFill>
                <a:schemeClr val="lt1"/>
              </a:solidFill>
              <a:latin typeface="Roboto"/>
              <a:ea typeface="Roboto"/>
              <a:cs typeface="Roboto"/>
              <a:sym typeface="Roboto"/>
            </a:endParaRPr>
          </a:p>
          <a:p>
            <a:pPr indent="0" lvl="0" marL="457200" rtl="0" algn="l">
              <a:lnSpc>
                <a:spcPct val="115000"/>
              </a:lnSpc>
              <a:spcBef>
                <a:spcPts val="1200"/>
              </a:spcBef>
              <a:spcAft>
                <a:spcPts val="0"/>
              </a:spcAft>
              <a:buNone/>
            </a:pPr>
            <a:r>
              <a:rPr lang="en" sz="1100">
                <a:solidFill>
                  <a:schemeClr val="lt1"/>
                </a:solidFill>
                <a:latin typeface="Roboto"/>
                <a:ea typeface="Roboto"/>
                <a:cs typeface="Roboto"/>
                <a:sym typeface="Roboto"/>
              </a:rPr>
              <a:t>Users Authenticate with AWS Cognito</a:t>
            </a:r>
            <a:endParaRPr sz="1100">
              <a:solidFill>
                <a:schemeClr val="lt1"/>
              </a:solidFill>
              <a:latin typeface="Roboto"/>
              <a:ea typeface="Roboto"/>
              <a:cs typeface="Roboto"/>
              <a:sym typeface="Roboto"/>
            </a:endParaRPr>
          </a:p>
          <a:p>
            <a:pPr indent="0" lvl="0" marL="457200" rtl="0" algn="l">
              <a:lnSpc>
                <a:spcPct val="115000"/>
              </a:lnSpc>
              <a:spcBef>
                <a:spcPts val="1200"/>
              </a:spcBef>
              <a:spcAft>
                <a:spcPts val="0"/>
              </a:spcAft>
              <a:buNone/>
            </a:pPr>
            <a:r>
              <a:rPr lang="en" sz="1100">
                <a:solidFill>
                  <a:schemeClr val="lt1"/>
                </a:solidFill>
                <a:latin typeface="Roboto"/>
                <a:ea typeface="Roboto"/>
                <a:cs typeface="Roboto"/>
                <a:sym typeface="Roboto"/>
              </a:rPr>
              <a:t>Uploads &amp; downloads files using pre signed URLs  S3</a:t>
            </a:r>
            <a:endParaRPr sz="1100">
              <a:solidFill>
                <a:schemeClr val="lt1"/>
              </a:solidFill>
              <a:latin typeface="Roboto"/>
              <a:ea typeface="Roboto"/>
              <a:cs typeface="Roboto"/>
              <a:sym typeface="Roboto"/>
            </a:endParaRPr>
          </a:p>
          <a:p>
            <a:pPr indent="0" lvl="0" marL="457200" rtl="0" algn="l">
              <a:lnSpc>
                <a:spcPct val="115000"/>
              </a:lnSpc>
              <a:spcBef>
                <a:spcPts val="1200"/>
              </a:spcBef>
              <a:spcAft>
                <a:spcPts val="1200"/>
              </a:spcAft>
              <a:buNone/>
            </a:pPr>
            <a:r>
              <a:t/>
            </a:r>
            <a:endParaRPr sz="1000">
              <a:solidFill>
                <a:schemeClr val="lt1"/>
              </a:solidFill>
              <a:latin typeface="Roboto"/>
              <a:ea typeface="Roboto"/>
              <a:cs typeface="Roboto"/>
              <a:sym typeface="Roboto"/>
            </a:endParaRPr>
          </a:p>
        </p:txBody>
      </p:sp>
      <p:pic>
        <p:nvPicPr>
          <p:cNvPr id="598" name="Google Shape;598;p63"/>
          <p:cNvPicPr preferRelativeResize="0"/>
          <p:nvPr/>
        </p:nvPicPr>
        <p:blipFill>
          <a:blip r:embed="rId3">
            <a:alphaModFix/>
          </a:blip>
          <a:stretch>
            <a:fillRect/>
          </a:stretch>
        </p:blipFill>
        <p:spPr>
          <a:xfrm>
            <a:off x="5678600" y="1741734"/>
            <a:ext cx="361950" cy="318851"/>
          </a:xfrm>
          <a:prstGeom prst="rect">
            <a:avLst/>
          </a:prstGeom>
          <a:noFill/>
          <a:ln>
            <a:noFill/>
          </a:ln>
        </p:spPr>
      </p:pic>
      <p:pic>
        <p:nvPicPr>
          <p:cNvPr id="599" name="Google Shape;599;p63"/>
          <p:cNvPicPr preferRelativeResize="0"/>
          <p:nvPr/>
        </p:nvPicPr>
        <p:blipFill>
          <a:blip r:embed="rId4">
            <a:alphaModFix/>
          </a:blip>
          <a:stretch>
            <a:fillRect/>
          </a:stretch>
        </p:blipFill>
        <p:spPr>
          <a:xfrm>
            <a:off x="3458498" y="3156802"/>
            <a:ext cx="269300" cy="297647"/>
          </a:xfrm>
          <a:prstGeom prst="rect">
            <a:avLst/>
          </a:prstGeom>
          <a:noFill/>
          <a:ln>
            <a:noFill/>
          </a:ln>
        </p:spPr>
      </p:pic>
      <p:pic>
        <p:nvPicPr>
          <p:cNvPr id="600" name="Google Shape;600;p63"/>
          <p:cNvPicPr preferRelativeResize="0"/>
          <p:nvPr/>
        </p:nvPicPr>
        <p:blipFill>
          <a:blip r:embed="rId5">
            <a:alphaModFix/>
          </a:blip>
          <a:stretch>
            <a:fillRect/>
          </a:stretch>
        </p:blipFill>
        <p:spPr>
          <a:xfrm>
            <a:off x="3458497" y="2725107"/>
            <a:ext cx="269300" cy="275868"/>
          </a:xfrm>
          <a:prstGeom prst="rect">
            <a:avLst/>
          </a:prstGeom>
          <a:noFill/>
          <a:ln>
            <a:noFill/>
          </a:ln>
        </p:spPr>
      </p:pic>
      <p:sp>
        <p:nvSpPr>
          <p:cNvPr id="601" name="Google Shape;601;p63"/>
          <p:cNvSpPr txBox="1"/>
          <p:nvPr/>
        </p:nvSpPr>
        <p:spPr>
          <a:xfrm>
            <a:off x="147650" y="1685925"/>
            <a:ext cx="2943900" cy="32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oboto"/>
                <a:ea typeface="Roboto"/>
                <a:cs typeface="Roboto"/>
                <a:sym typeface="Roboto"/>
              </a:rPr>
              <a:t>Backend (FastAPI (EKS Hosted)</a:t>
            </a:r>
            <a:endParaRPr sz="1200">
              <a:solidFill>
                <a:schemeClr val="lt1"/>
              </a:solidFill>
              <a:latin typeface="Roboto"/>
              <a:ea typeface="Roboto"/>
              <a:cs typeface="Roboto"/>
              <a:sym typeface="Roboto"/>
            </a:endParaRPr>
          </a:p>
          <a:p>
            <a:pPr indent="0" lvl="0" marL="457200" rtl="0" algn="l">
              <a:lnSpc>
                <a:spcPct val="115000"/>
              </a:lnSpc>
              <a:spcBef>
                <a:spcPts val="1200"/>
              </a:spcBef>
              <a:spcAft>
                <a:spcPts val="0"/>
              </a:spcAft>
              <a:buNone/>
            </a:pPr>
            <a:r>
              <a:rPr lang="en" sz="1000">
                <a:solidFill>
                  <a:schemeClr val="lt1"/>
                </a:solidFill>
                <a:latin typeface="Roboto"/>
                <a:ea typeface="Roboto"/>
                <a:cs typeface="Roboto"/>
                <a:sym typeface="Roboto"/>
              </a:rPr>
              <a:t>Runs API business logic (chat, templates, files, users)</a:t>
            </a:r>
            <a:endParaRPr sz="1000">
              <a:solidFill>
                <a:schemeClr val="lt1"/>
              </a:solidFill>
              <a:latin typeface="Roboto"/>
              <a:ea typeface="Roboto"/>
              <a:cs typeface="Roboto"/>
              <a:sym typeface="Roboto"/>
            </a:endParaRPr>
          </a:p>
          <a:p>
            <a:pPr indent="0" lvl="0" marL="457200" rtl="0" algn="l">
              <a:lnSpc>
                <a:spcPct val="115000"/>
              </a:lnSpc>
              <a:spcBef>
                <a:spcPts val="1200"/>
              </a:spcBef>
              <a:spcAft>
                <a:spcPts val="0"/>
              </a:spcAft>
              <a:buNone/>
            </a:pPr>
            <a:r>
              <a:rPr lang="en" sz="1000">
                <a:solidFill>
                  <a:schemeClr val="lt1"/>
                </a:solidFill>
                <a:latin typeface="Roboto"/>
                <a:ea typeface="Roboto"/>
                <a:cs typeface="Roboto"/>
                <a:sym typeface="Roboto"/>
              </a:rPr>
              <a:t>Sends requests to Bedrock</a:t>
            </a:r>
            <a:br>
              <a:rPr lang="en" sz="1000">
                <a:solidFill>
                  <a:schemeClr val="lt1"/>
                </a:solidFill>
                <a:latin typeface="Roboto"/>
                <a:ea typeface="Roboto"/>
                <a:cs typeface="Roboto"/>
                <a:sym typeface="Roboto"/>
              </a:rPr>
            </a:br>
            <a:endParaRPr sz="1000">
              <a:solidFill>
                <a:schemeClr val="lt1"/>
              </a:solidFill>
              <a:latin typeface="Roboto"/>
              <a:ea typeface="Roboto"/>
              <a:cs typeface="Roboto"/>
              <a:sym typeface="Roboto"/>
            </a:endParaRPr>
          </a:p>
          <a:p>
            <a:pPr indent="0" lvl="0" marL="457200" rtl="0" algn="l">
              <a:lnSpc>
                <a:spcPct val="115000"/>
              </a:lnSpc>
              <a:spcBef>
                <a:spcPts val="1200"/>
              </a:spcBef>
              <a:spcAft>
                <a:spcPts val="0"/>
              </a:spcAft>
              <a:buNone/>
            </a:pPr>
            <a:r>
              <a:rPr lang="en" sz="1000">
                <a:solidFill>
                  <a:schemeClr val="lt1"/>
                </a:solidFill>
                <a:latin typeface="Roboto"/>
                <a:ea typeface="Roboto"/>
                <a:cs typeface="Roboto"/>
                <a:sym typeface="Roboto"/>
              </a:rPr>
              <a:t>Stores meta data to DynamoDB</a:t>
            </a:r>
            <a:br>
              <a:rPr lang="en" sz="1000">
                <a:solidFill>
                  <a:schemeClr val="lt1"/>
                </a:solidFill>
                <a:latin typeface="Roboto"/>
                <a:ea typeface="Roboto"/>
                <a:cs typeface="Roboto"/>
                <a:sym typeface="Roboto"/>
              </a:rPr>
            </a:br>
            <a:endParaRPr sz="1000">
              <a:solidFill>
                <a:schemeClr val="lt1"/>
              </a:solidFill>
              <a:latin typeface="Roboto"/>
              <a:ea typeface="Roboto"/>
              <a:cs typeface="Roboto"/>
              <a:sym typeface="Roboto"/>
            </a:endParaRPr>
          </a:p>
          <a:p>
            <a:pPr indent="0" lvl="0" marL="457200" rtl="0" algn="l">
              <a:lnSpc>
                <a:spcPct val="115000"/>
              </a:lnSpc>
              <a:spcBef>
                <a:spcPts val="1200"/>
              </a:spcBef>
              <a:spcAft>
                <a:spcPts val="0"/>
              </a:spcAft>
              <a:buNone/>
            </a:pPr>
            <a:r>
              <a:rPr lang="en" sz="1000">
                <a:solidFill>
                  <a:schemeClr val="lt1"/>
                </a:solidFill>
                <a:latin typeface="Roboto"/>
                <a:ea typeface="Roboto"/>
                <a:cs typeface="Roboto"/>
                <a:sym typeface="Roboto"/>
              </a:rPr>
              <a:t>Manages s3 file buckets &amp; provides </a:t>
            </a:r>
            <a:r>
              <a:rPr lang="en" sz="1000">
                <a:solidFill>
                  <a:schemeClr val="lt1"/>
                </a:solidFill>
                <a:latin typeface="Roboto"/>
                <a:ea typeface="Roboto"/>
                <a:cs typeface="Roboto"/>
                <a:sym typeface="Roboto"/>
              </a:rPr>
              <a:t>pre signed</a:t>
            </a:r>
            <a:r>
              <a:rPr lang="en" sz="1000">
                <a:solidFill>
                  <a:schemeClr val="lt1"/>
                </a:solidFill>
                <a:latin typeface="Roboto"/>
                <a:ea typeface="Roboto"/>
                <a:cs typeface="Roboto"/>
                <a:sym typeface="Roboto"/>
              </a:rPr>
              <a:t> URLs</a:t>
            </a:r>
            <a:endParaRPr sz="1000">
              <a:solidFill>
                <a:schemeClr val="lt1"/>
              </a:solidFill>
              <a:latin typeface="Roboto"/>
              <a:ea typeface="Roboto"/>
              <a:cs typeface="Roboto"/>
              <a:sym typeface="Roboto"/>
            </a:endParaRPr>
          </a:p>
          <a:p>
            <a:pPr indent="0" lvl="0" marL="0" rtl="0" algn="l">
              <a:lnSpc>
                <a:spcPct val="115000"/>
              </a:lnSpc>
              <a:spcBef>
                <a:spcPts val="1200"/>
              </a:spcBef>
              <a:spcAft>
                <a:spcPts val="0"/>
              </a:spcAft>
              <a:buNone/>
            </a:pPr>
            <a:r>
              <a:rPr lang="en" sz="1200">
                <a:solidFill>
                  <a:schemeClr val="lt1"/>
                </a:solidFill>
                <a:latin typeface="Roboto"/>
                <a:ea typeface="Roboto"/>
                <a:cs typeface="Roboto"/>
                <a:sym typeface="Roboto"/>
              </a:rPr>
              <a:t>Configuration</a:t>
            </a:r>
            <a:endParaRPr sz="1200">
              <a:solidFill>
                <a:schemeClr val="lt1"/>
              </a:solidFill>
              <a:latin typeface="Roboto"/>
              <a:ea typeface="Roboto"/>
              <a:cs typeface="Roboto"/>
              <a:sym typeface="Roboto"/>
            </a:endParaRPr>
          </a:p>
          <a:p>
            <a:pPr indent="457200" lvl="0" marL="0" rtl="0" algn="l">
              <a:lnSpc>
                <a:spcPct val="115000"/>
              </a:lnSpc>
              <a:spcBef>
                <a:spcPts val="1200"/>
              </a:spcBef>
              <a:spcAft>
                <a:spcPts val="0"/>
              </a:spcAft>
              <a:buNone/>
            </a:pPr>
            <a:r>
              <a:rPr lang="en" sz="1000">
                <a:solidFill>
                  <a:schemeClr val="lt1"/>
                </a:solidFill>
                <a:latin typeface="Roboto"/>
                <a:ea typeface="Roboto"/>
                <a:cs typeface="Roboto"/>
                <a:sym typeface="Roboto"/>
              </a:rPr>
              <a:t>AWS Secret Manager</a:t>
            </a:r>
            <a:endParaRPr sz="1000">
              <a:solidFill>
                <a:schemeClr val="lt1"/>
              </a:solidFill>
              <a:latin typeface="Roboto"/>
              <a:ea typeface="Roboto"/>
              <a:cs typeface="Roboto"/>
              <a:sym typeface="Roboto"/>
            </a:endParaRPr>
          </a:p>
          <a:p>
            <a:pPr indent="0" lvl="0" marL="0" rtl="0" algn="l">
              <a:spcBef>
                <a:spcPts val="1200"/>
              </a:spcBef>
              <a:spcAft>
                <a:spcPts val="0"/>
              </a:spcAft>
              <a:buNone/>
            </a:pPr>
            <a:r>
              <a:t/>
            </a:r>
            <a:endParaRPr sz="900">
              <a:solidFill>
                <a:schemeClr val="lt1"/>
              </a:solidFill>
              <a:latin typeface="Roboto"/>
              <a:ea typeface="Roboto"/>
              <a:cs typeface="Roboto"/>
              <a:sym typeface="Roboto"/>
            </a:endParaRPr>
          </a:p>
        </p:txBody>
      </p:sp>
      <p:sp>
        <p:nvSpPr>
          <p:cNvPr id="602" name="Google Shape;602;p63"/>
          <p:cNvSpPr txBox="1"/>
          <p:nvPr/>
        </p:nvSpPr>
        <p:spPr>
          <a:xfrm>
            <a:off x="6757525" y="1685925"/>
            <a:ext cx="2062500" cy="21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Roboto"/>
                <a:ea typeface="Roboto"/>
                <a:cs typeface="Roboto"/>
                <a:sym typeface="Roboto"/>
              </a:rPr>
              <a:t>CI/CD Integration</a:t>
            </a:r>
            <a:endParaRPr sz="1300">
              <a:solidFill>
                <a:schemeClr val="lt1"/>
              </a:solidFill>
              <a:latin typeface="Roboto"/>
              <a:ea typeface="Roboto"/>
              <a:cs typeface="Roboto"/>
              <a:sym typeface="Roboto"/>
            </a:endParaRPr>
          </a:p>
          <a:p>
            <a:pPr indent="0" lvl="0" marL="0" rtl="0" algn="l">
              <a:spcBef>
                <a:spcPts val="0"/>
              </a:spcBef>
              <a:spcAft>
                <a:spcPts val="0"/>
              </a:spcAft>
              <a:buNone/>
            </a:pPr>
            <a:r>
              <a:t/>
            </a:r>
            <a:endParaRPr sz="1000">
              <a:solidFill>
                <a:schemeClr val="lt1"/>
              </a:solidFill>
              <a:latin typeface="Roboto"/>
              <a:ea typeface="Roboto"/>
              <a:cs typeface="Roboto"/>
              <a:sym typeface="Roboto"/>
            </a:endParaRPr>
          </a:p>
          <a:p>
            <a:pPr indent="-298450" lvl="0" marL="457200" rtl="0" algn="l">
              <a:lnSpc>
                <a:spcPct val="115000"/>
              </a:lnSpc>
              <a:spcBef>
                <a:spcPts val="1200"/>
              </a:spcBef>
              <a:spcAft>
                <a:spcPts val="0"/>
              </a:spcAft>
              <a:buClr>
                <a:schemeClr val="lt1"/>
              </a:buClr>
              <a:buSzPts val="1100"/>
              <a:buFont typeface="Roboto"/>
              <a:buChar char="●"/>
            </a:pPr>
            <a:r>
              <a:rPr lang="en" sz="1100">
                <a:solidFill>
                  <a:schemeClr val="lt1"/>
                </a:solidFill>
                <a:latin typeface="Roboto"/>
                <a:ea typeface="Roboto"/>
                <a:cs typeface="Roboto"/>
                <a:sym typeface="Roboto"/>
              </a:rPr>
              <a:t>CodeBuild (SAST + UnitTest)</a:t>
            </a:r>
            <a:br>
              <a:rPr lang="en" sz="1100">
                <a:solidFill>
                  <a:schemeClr val="lt1"/>
                </a:solidFill>
                <a:latin typeface="Roboto"/>
                <a:ea typeface="Roboto"/>
                <a:cs typeface="Roboto"/>
                <a:sym typeface="Roboto"/>
              </a:rPr>
            </a:br>
            <a:br>
              <a:rPr lang="en" sz="1100">
                <a:solidFill>
                  <a:schemeClr val="lt1"/>
                </a:solidFill>
                <a:latin typeface="Roboto"/>
                <a:ea typeface="Roboto"/>
                <a:cs typeface="Roboto"/>
                <a:sym typeface="Roboto"/>
              </a:rPr>
            </a:br>
            <a:endParaRPr sz="1100">
              <a:solidFill>
                <a:schemeClr val="lt1"/>
              </a:solidFill>
              <a:latin typeface="Roboto"/>
              <a:ea typeface="Roboto"/>
              <a:cs typeface="Roboto"/>
              <a:sym typeface="Roboto"/>
            </a:endParaRPr>
          </a:p>
          <a:p>
            <a:pPr indent="-298450" lvl="0" marL="457200" rtl="0" algn="l">
              <a:lnSpc>
                <a:spcPct val="115000"/>
              </a:lnSpc>
              <a:spcBef>
                <a:spcPts val="0"/>
              </a:spcBef>
              <a:spcAft>
                <a:spcPts val="0"/>
              </a:spcAft>
              <a:buClr>
                <a:schemeClr val="lt1"/>
              </a:buClr>
              <a:buSzPts val="1100"/>
              <a:buFont typeface="Roboto"/>
              <a:buChar char="●"/>
            </a:pPr>
            <a:r>
              <a:rPr lang="en" sz="1100">
                <a:solidFill>
                  <a:schemeClr val="lt1"/>
                </a:solidFill>
                <a:latin typeface="Roboto"/>
                <a:ea typeface="Roboto"/>
                <a:cs typeface="Roboto"/>
                <a:sym typeface="Roboto"/>
              </a:rPr>
              <a:t>Sandbox (EKS)</a:t>
            </a:r>
            <a:br>
              <a:rPr lang="en" sz="1100">
                <a:solidFill>
                  <a:schemeClr val="lt1"/>
                </a:solidFill>
                <a:latin typeface="Roboto"/>
                <a:ea typeface="Roboto"/>
                <a:cs typeface="Roboto"/>
                <a:sym typeface="Roboto"/>
              </a:rPr>
            </a:br>
            <a:br>
              <a:rPr lang="en" sz="1100">
                <a:solidFill>
                  <a:schemeClr val="lt1"/>
                </a:solidFill>
                <a:latin typeface="Roboto"/>
                <a:ea typeface="Roboto"/>
                <a:cs typeface="Roboto"/>
                <a:sym typeface="Roboto"/>
              </a:rPr>
            </a:br>
            <a:endParaRPr sz="1100">
              <a:solidFill>
                <a:schemeClr val="lt1"/>
              </a:solidFill>
              <a:latin typeface="Roboto"/>
              <a:ea typeface="Roboto"/>
              <a:cs typeface="Roboto"/>
              <a:sym typeface="Roboto"/>
            </a:endParaRPr>
          </a:p>
          <a:p>
            <a:pPr indent="-298450" lvl="0" marL="457200" rtl="0" algn="l">
              <a:lnSpc>
                <a:spcPct val="115000"/>
              </a:lnSpc>
              <a:spcBef>
                <a:spcPts val="0"/>
              </a:spcBef>
              <a:spcAft>
                <a:spcPts val="0"/>
              </a:spcAft>
              <a:buClr>
                <a:schemeClr val="lt1"/>
              </a:buClr>
              <a:buSzPts val="1100"/>
              <a:buFont typeface="Roboto"/>
              <a:buChar char="●"/>
            </a:pPr>
            <a:r>
              <a:rPr lang="en" sz="1100">
                <a:solidFill>
                  <a:schemeClr val="lt1"/>
                </a:solidFill>
                <a:latin typeface="Roboto"/>
                <a:ea typeface="Roboto"/>
                <a:cs typeface="Roboto"/>
                <a:sym typeface="Roboto"/>
              </a:rPr>
              <a:t>ALB / Sandbox Preview</a:t>
            </a:r>
            <a:endParaRPr sz="1100">
              <a:solidFill>
                <a:schemeClr val="lt1"/>
              </a:solidFill>
              <a:latin typeface="Roboto"/>
              <a:ea typeface="Roboto"/>
              <a:cs typeface="Roboto"/>
              <a:sym typeface="Roboto"/>
            </a:endParaRPr>
          </a:p>
          <a:p>
            <a:pPr indent="0" lvl="0" marL="0" rtl="0" algn="l">
              <a:spcBef>
                <a:spcPts val="1200"/>
              </a:spcBef>
              <a:spcAft>
                <a:spcPts val="0"/>
              </a:spcAft>
              <a:buNone/>
            </a:pPr>
            <a:r>
              <a:t/>
            </a:r>
            <a:endParaRPr sz="1000">
              <a:solidFill>
                <a:schemeClr val="lt1"/>
              </a:solidFill>
              <a:latin typeface="Roboto"/>
              <a:ea typeface="Roboto"/>
              <a:cs typeface="Roboto"/>
              <a:sym typeface="Roboto"/>
            </a:endParaRPr>
          </a:p>
        </p:txBody>
      </p:sp>
      <p:pic>
        <p:nvPicPr>
          <p:cNvPr id="603" name="Google Shape;603;p63"/>
          <p:cNvPicPr preferRelativeResize="0"/>
          <p:nvPr/>
        </p:nvPicPr>
        <p:blipFill>
          <a:blip r:embed="rId6">
            <a:alphaModFix/>
          </a:blip>
          <a:stretch>
            <a:fillRect/>
          </a:stretch>
        </p:blipFill>
        <p:spPr>
          <a:xfrm>
            <a:off x="2445500" y="1741026"/>
            <a:ext cx="269300" cy="320247"/>
          </a:xfrm>
          <a:prstGeom prst="rect">
            <a:avLst/>
          </a:prstGeom>
          <a:noFill/>
          <a:ln>
            <a:noFill/>
          </a:ln>
        </p:spPr>
      </p:pic>
      <p:pic>
        <p:nvPicPr>
          <p:cNvPr id="604" name="Google Shape;604;p63"/>
          <p:cNvPicPr preferRelativeResize="0"/>
          <p:nvPr/>
        </p:nvPicPr>
        <p:blipFill>
          <a:blip r:embed="rId7">
            <a:alphaModFix/>
          </a:blip>
          <a:stretch>
            <a:fillRect/>
          </a:stretch>
        </p:blipFill>
        <p:spPr>
          <a:xfrm>
            <a:off x="326834" y="2980550"/>
            <a:ext cx="269300" cy="361643"/>
          </a:xfrm>
          <a:prstGeom prst="rect">
            <a:avLst/>
          </a:prstGeom>
          <a:noFill/>
          <a:ln>
            <a:noFill/>
          </a:ln>
        </p:spPr>
      </p:pic>
      <p:pic>
        <p:nvPicPr>
          <p:cNvPr id="605" name="Google Shape;605;p63"/>
          <p:cNvPicPr preferRelativeResize="0"/>
          <p:nvPr/>
        </p:nvPicPr>
        <p:blipFill>
          <a:blip r:embed="rId8">
            <a:alphaModFix/>
          </a:blip>
          <a:stretch>
            <a:fillRect/>
          </a:stretch>
        </p:blipFill>
        <p:spPr>
          <a:xfrm>
            <a:off x="326848" y="2553725"/>
            <a:ext cx="269300" cy="269300"/>
          </a:xfrm>
          <a:prstGeom prst="rect">
            <a:avLst/>
          </a:prstGeom>
          <a:noFill/>
          <a:ln>
            <a:noFill/>
          </a:ln>
        </p:spPr>
      </p:pic>
      <p:pic>
        <p:nvPicPr>
          <p:cNvPr id="606" name="Google Shape;606;p63"/>
          <p:cNvPicPr preferRelativeResize="0"/>
          <p:nvPr/>
        </p:nvPicPr>
        <p:blipFill>
          <a:blip r:embed="rId9">
            <a:alphaModFix/>
          </a:blip>
          <a:stretch>
            <a:fillRect/>
          </a:stretch>
        </p:blipFill>
        <p:spPr>
          <a:xfrm>
            <a:off x="3426450" y="3557363"/>
            <a:ext cx="333375" cy="276775"/>
          </a:xfrm>
          <a:prstGeom prst="rect">
            <a:avLst/>
          </a:prstGeom>
          <a:noFill/>
          <a:ln>
            <a:noFill/>
          </a:ln>
        </p:spPr>
      </p:pic>
      <p:pic>
        <p:nvPicPr>
          <p:cNvPr id="607" name="Google Shape;607;p63"/>
          <p:cNvPicPr preferRelativeResize="0"/>
          <p:nvPr/>
        </p:nvPicPr>
        <p:blipFill>
          <a:blip r:embed="rId10">
            <a:alphaModFix/>
          </a:blip>
          <a:stretch>
            <a:fillRect/>
          </a:stretch>
        </p:blipFill>
        <p:spPr>
          <a:xfrm>
            <a:off x="294822" y="4377061"/>
            <a:ext cx="333375" cy="326564"/>
          </a:xfrm>
          <a:prstGeom prst="rect">
            <a:avLst/>
          </a:prstGeom>
          <a:noFill/>
          <a:ln>
            <a:noFill/>
          </a:ln>
        </p:spPr>
      </p:pic>
      <p:pic>
        <p:nvPicPr>
          <p:cNvPr id="608" name="Google Shape;608;p63"/>
          <p:cNvPicPr preferRelativeResize="0"/>
          <p:nvPr/>
        </p:nvPicPr>
        <p:blipFill>
          <a:blip r:embed="rId11">
            <a:alphaModFix/>
          </a:blip>
          <a:stretch>
            <a:fillRect/>
          </a:stretch>
        </p:blipFill>
        <p:spPr>
          <a:xfrm>
            <a:off x="6887152" y="2217906"/>
            <a:ext cx="333375" cy="320044"/>
          </a:xfrm>
          <a:prstGeom prst="rect">
            <a:avLst/>
          </a:prstGeom>
          <a:noFill/>
          <a:ln>
            <a:noFill/>
          </a:ln>
        </p:spPr>
      </p:pic>
      <p:pic>
        <p:nvPicPr>
          <p:cNvPr id="609" name="Google Shape;609;p63"/>
          <p:cNvPicPr preferRelativeResize="0"/>
          <p:nvPr/>
        </p:nvPicPr>
        <p:blipFill>
          <a:blip r:embed="rId12">
            <a:alphaModFix/>
          </a:blip>
          <a:stretch>
            <a:fillRect/>
          </a:stretch>
        </p:blipFill>
        <p:spPr>
          <a:xfrm>
            <a:off x="6919188" y="3000965"/>
            <a:ext cx="269300" cy="297647"/>
          </a:xfrm>
          <a:prstGeom prst="rect">
            <a:avLst/>
          </a:prstGeom>
          <a:noFill/>
          <a:ln>
            <a:noFill/>
          </a:ln>
        </p:spPr>
      </p:pic>
      <p:pic>
        <p:nvPicPr>
          <p:cNvPr id="610" name="Google Shape;610;p63"/>
          <p:cNvPicPr preferRelativeResize="0"/>
          <p:nvPr/>
        </p:nvPicPr>
        <p:blipFill>
          <a:blip r:embed="rId13">
            <a:alphaModFix/>
          </a:blip>
          <a:stretch>
            <a:fillRect/>
          </a:stretch>
        </p:blipFill>
        <p:spPr>
          <a:xfrm>
            <a:off x="6919184" y="3569425"/>
            <a:ext cx="269300" cy="269300"/>
          </a:xfrm>
          <a:prstGeom prst="rect">
            <a:avLst/>
          </a:prstGeom>
          <a:noFill/>
          <a:ln>
            <a:noFill/>
          </a:ln>
        </p:spPr>
      </p:pic>
      <p:pic>
        <p:nvPicPr>
          <p:cNvPr id="611" name="Google Shape;611;p63"/>
          <p:cNvPicPr preferRelativeResize="0"/>
          <p:nvPr/>
        </p:nvPicPr>
        <p:blipFill>
          <a:blip r:embed="rId14">
            <a:alphaModFix/>
          </a:blip>
          <a:stretch>
            <a:fillRect/>
          </a:stretch>
        </p:blipFill>
        <p:spPr>
          <a:xfrm>
            <a:off x="326847" y="2083278"/>
            <a:ext cx="269300" cy="272400"/>
          </a:xfrm>
          <a:prstGeom prst="rect">
            <a:avLst/>
          </a:prstGeom>
          <a:noFill/>
          <a:ln>
            <a:noFill/>
          </a:ln>
        </p:spPr>
      </p:pic>
      <p:pic>
        <p:nvPicPr>
          <p:cNvPr id="612" name="Google Shape;612;p63"/>
          <p:cNvPicPr preferRelativeResize="0"/>
          <p:nvPr/>
        </p:nvPicPr>
        <p:blipFill>
          <a:blip r:embed="rId9">
            <a:alphaModFix/>
          </a:blip>
          <a:stretch>
            <a:fillRect/>
          </a:stretch>
        </p:blipFill>
        <p:spPr>
          <a:xfrm>
            <a:off x="294813" y="3557363"/>
            <a:ext cx="333375" cy="276775"/>
          </a:xfrm>
          <a:prstGeom prst="rect">
            <a:avLst/>
          </a:prstGeom>
          <a:noFill/>
          <a:ln>
            <a:noFill/>
          </a:ln>
        </p:spPr>
      </p:pic>
      <p:pic>
        <p:nvPicPr>
          <p:cNvPr id="613" name="Google Shape;613;p63"/>
          <p:cNvPicPr preferRelativeResize="0"/>
          <p:nvPr/>
        </p:nvPicPr>
        <p:blipFill>
          <a:blip r:embed="rId15">
            <a:alphaModFix/>
          </a:blip>
          <a:stretch>
            <a:fillRect/>
          </a:stretch>
        </p:blipFill>
        <p:spPr>
          <a:xfrm>
            <a:off x="3426462" y="2211237"/>
            <a:ext cx="333375" cy="333375"/>
          </a:xfrm>
          <a:prstGeom prst="rect">
            <a:avLst/>
          </a:prstGeom>
          <a:noFill/>
          <a:ln>
            <a:noFill/>
          </a:ln>
        </p:spPr>
      </p:pic>
      <p:pic>
        <p:nvPicPr>
          <p:cNvPr id="614" name="Google Shape;614;p63"/>
          <p:cNvPicPr preferRelativeResize="0"/>
          <p:nvPr/>
        </p:nvPicPr>
        <p:blipFill>
          <a:blip r:embed="rId16">
            <a:alphaModFix/>
          </a:blip>
          <a:stretch>
            <a:fillRect/>
          </a:stretch>
        </p:blipFill>
        <p:spPr>
          <a:xfrm>
            <a:off x="2758175" y="1734451"/>
            <a:ext cx="333375" cy="3333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4"/>
          <p:cNvSpPr txBox="1"/>
          <p:nvPr>
            <p:ph idx="1" type="body"/>
          </p:nvPr>
        </p:nvSpPr>
        <p:spPr>
          <a:xfrm>
            <a:off x="471900" y="1769550"/>
            <a:ext cx="7156800" cy="29256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AutoNum type="arabicPeriod"/>
            </a:pPr>
            <a:r>
              <a:rPr lang="en" sz="1500"/>
              <a:t>LocalStack (Local AWS development)</a:t>
            </a:r>
            <a:br>
              <a:rPr lang="en" sz="1500"/>
            </a:br>
            <a:endParaRPr sz="1500"/>
          </a:p>
          <a:p>
            <a:pPr indent="-336550" lvl="0" marL="457200" rtl="0" algn="l">
              <a:spcBef>
                <a:spcPts val="0"/>
              </a:spcBef>
              <a:spcAft>
                <a:spcPts val="0"/>
              </a:spcAft>
              <a:buSzPts val="1700"/>
              <a:buAutoNum type="arabicPeriod"/>
            </a:pPr>
            <a:r>
              <a:rPr lang="en" sz="1500"/>
              <a:t>Docker (containerized deployments)</a:t>
            </a:r>
            <a:br>
              <a:rPr lang="en" sz="1500"/>
            </a:br>
            <a:endParaRPr sz="1500"/>
          </a:p>
          <a:p>
            <a:pPr indent="-336550" lvl="0" marL="457200" rtl="0" algn="l">
              <a:spcBef>
                <a:spcPts val="0"/>
              </a:spcBef>
              <a:spcAft>
                <a:spcPts val="0"/>
              </a:spcAft>
              <a:buSzPts val="1700"/>
              <a:buAutoNum type="arabicPeriod"/>
            </a:pPr>
            <a:r>
              <a:rPr lang="en" sz="1500"/>
              <a:t>Gradle (Backend build tasks)</a:t>
            </a:r>
            <a:endParaRPr sz="1500"/>
          </a:p>
          <a:p>
            <a:pPr indent="0" lvl="0" marL="457200" rtl="0" algn="l">
              <a:spcBef>
                <a:spcPts val="0"/>
              </a:spcBef>
              <a:spcAft>
                <a:spcPts val="0"/>
              </a:spcAft>
              <a:buNone/>
            </a:pPr>
            <a:br>
              <a:rPr lang="en" sz="1500"/>
            </a:br>
            <a:r>
              <a:rPr lang="en" sz="1500"/>
              <a:t>Terraform (Infrastructure as code)</a:t>
            </a:r>
            <a:br>
              <a:rPr lang="en" sz="1500"/>
            </a:br>
            <a:endParaRPr sz="1500"/>
          </a:p>
          <a:p>
            <a:pPr indent="-336550" lvl="0" marL="457200" rtl="0" algn="l">
              <a:spcBef>
                <a:spcPts val="0"/>
              </a:spcBef>
              <a:spcAft>
                <a:spcPts val="0"/>
              </a:spcAft>
              <a:buSzPts val="1700"/>
              <a:buAutoNum type="arabicPeriod"/>
            </a:pPr>
            <a:r>
              <a:rPr lang="en" sz="1500"/>
              <a:t>VSCode (IDE)</a:t>
            </a:r>
            <a:br>
              <a:rPr lang="en" sz="1500"/>
            </a:br>
            <a:endParaRPr sz="1500"/>
          </a:p>
          <a:p>
            <a:pPr indent="0" lvl="0" marL="457200" rtl="0" algn="l">
              <a:spcBef>
                <a:spcPts val="0"/>
              </a:spcBef>
              <a:spcAft>
                <a:spcPts val="0"/>
              </a:spcAft>
              <a:buNone/>
            </a:pPr>
            <a:r>
              <a:t/>
            </a:r>
            <a:endParaRPr sz="1500"/>
          </a:p>
        </p:txBody>
      </p:sp>
      <p:sp>
        <p:nvSpPr>
          <p:cNvPr id="620" name="Google Shape;620;p64"/>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Foundational Tools</a:t>
            </a:r>
            <a:r>
              <a:rPr lang="en"/>
              <a:t> &amp;</a:t>
            </a:r>
            <a:r>
              <a:rPr lang="en"/>
              <a:t> Technologies</a:t>
            </a:r>
            <a:endParaRPr/>
          </a:p>
        </p:txBody>
      </p:sp>
      <p:pic>
        <p:nvPicPr>
          <p:cNvPr id="621" name="Google Shape;621;p64"/>
          <p:cNvPicPr preferRelativeResize="0"/>
          <p:nvPr/>
        </p:nvPicPr>
        <p:blipFill>
          <a:blip r:embed="rId3">
            <a:alphaModFix/>
          </a:blip>
          <a:stretch>
            <a:fillRect/>
          </a:stretch>
        </p:blipFill>
        <p:spPr>
          <a:xfrm>
            <a:off x="563652" y="1855000"/>
            <a:ext cx="339224" cy="326650"/>
          </a:xfrm>
          <a:prstGeom prst="rect">
            <a:avLst/>
          </a:prstGeom>
          <a:noFill/>
          <a:ln>
            <a:noFill/>
          </a:ln>
        </p:spPr>
      </p:pic>
      <p:pic>
        <p:nvPicPr>
          <p:cNvPr id="622" name="Google Shape;622;p64"/>
          <p:cNvPicPr preferRelativeResize="0"/>
          <p:nvPr/>
        </p:nvPicPr>
        <p:blipFill>
          <a:blip r:embed="rId4">
            <a:alphaModFix/>
          </a:blip>
          <a:stretch>
            <a:fillRect/>
          </a:stretch>
        </p:blipFill>
        <p:spPr>
          <a:xfrm>
            <a:off x="563653" y="2289740"/>
            <a:ext cx="339225" cy="334359"/>
          </a:xfrm>
          <a:prstGeom prst="rect">
            <a:avLst/>
          </a:prstGeom>
          <a:noFill/>
          <a:ln>
            <a:noFill/>
          </a:ln>
        </p:spPr>
      </p:pic>
      <p:pic>
        <p:nvPicPr>
          <p:cNvPr id="623" name="Google Shape;623;p64"/>
          <p:cNvPicPr preferRelativeResize="0"/>
          <p:nvPr/>
        </p:nvPicPr>
        <p:blipFill>
          <a:blip r:embed="rId5">
            <a:alphaModFix/>
          </a:blip>
          <a:stretch>
            <a:fillRect/>
          </a:stretch>
        </p:blipFill>
        <p:spPr>
          <a:xfrm>
            <a:off x="563648" y="3293100"/>
            <a:ext cx="339225" cy="297011"/>
          </a:xfrm>
          <a:prstGeom prst="rect">
            <a:avLst/>
          </a:prstGeom>
          <a:noFill/>
          <a:ln>
            <a:noFill/>
          </a:ln>
        </p:spPr>
      </p:pic>
      <p:pic>
        <p:nvPicPr>
          <p:cNvPr id="624" name="Google Shape;624;p64"/>
          <p:cNvPicPr preferRelativeResize="0"/>
          <p:nvPr/>
        </p:nvPicPr>
        <p:blipFill>
          <a:blip r:embed="rId6">
            <a:alphaModFix/>
          </a:blip>
          <a:stretch>
            <a:fillRect/>
          </a:stretch>
        </p:blipFill>
        <p:spPr>
          <a:xfrm>
            <a:off x="461651" y="2823600"/>
            <a:ext cx="464375" cy="297025"/>
          </a:xfrm>
          <a:prstGeom prst="rect">
            <a:avLst/>
          </a:prstGeom>
          <a:noFill/>
          <a:ln>
            <a:noFill/>
          </a:ln>
        </p:spPr>
      </p:pic>
      <p:pic>
        <p:nvPicPr>
          <p:cNvPr id="625" name="Google Shape;625;p64"/>
          <p:cNvPicPr preferRelativeResize="0"/>
          <p:nvPr/>
        </p:nvPicPr>
        <p:blipFill>
          <a:blip r:embed="rId7">
            <a:alphaModFix/>
          </a:blip>
          <a:stretch>
            <a:fillRect/>
          </a:stretch>
        </p:blipFill>
        <p:spPr>
          <a:xfrm>
            <a:off x="524223" y="3762586"/>
            <a:ext cx="339225" cy="33541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9" name="Shape 629"/>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66"/>
          <p:cNvSpPr txBox="1"/>
          <p:nvPr>
            <p:ph type="title"/>
          </p:nvPr>
        </p:nvSpPr>
        <p:spPr>
          <a:xfrm>
            <a:off x="0" y="61255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100"/>
              <a:t>Challenges 	</a:t>
            </a:r>
            <a:r>
              <a:rPr lang="en" sz="3100"/>
              <a:t>			 </a:t>
            </a:r>
            <a:r>
              <a:rPr lang="en" sz="3100"/>
              <a:t> Limitations</a:t>
            </a:r>
            <a:endParaRPr sz="3100"/>
          </a:p>
        </p:txBody>
      </p:sp>
      <p:sp>
        <p:nvSpPr>
          <p:cNvPr id="635" name="Google Shape;635;p66"/>
          <p:cNvSpPr txBox="1"/>
          <p:nvPr>
            <p:ph idx="1" type="body"/>
          </p:nvPr>
        </p:nvSpPr>
        <p:spPr>
          <a:xfrm>
            <a:off x="402425" y="1185256"/>
            <a:ext cx="3780600" cy="33915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lang="en" sz="1500"/>
              <a:t>DynamoDB schema design</a:t>
            </a:r>
            <a:endParaRPr sz="1500"/>
          </a:p>
          <a:p>
            <a:pPr indent="-336550" lvl="0" marL="457200" rtl="0" algn="l">
              <a:spcBef>
                <a:spcPts val="0"/>
              </a:spcBef>
              <a:spcAft>
                <a:spcPts val="0"/>
              </a:spcAft>
              <a:buSzPts val="1700"/>
              <a:buChar char="-"/>
            </a:pPr>
            <a:r>
              <a:rPr lang="en" sz="1500"/>
              <a:t>AWS Infrastructure</a:t>
            </a:r>
            <a:endParaRPr sz="1500"/>
          </a:p>
          <a:p>
            <a:pPr indent="-323850" lvl="0" marL="457200" rtl="0" algn="l">
              <a:spcBef>
                <a:spcPts val="0"/>
              </a:spcBef>
              <a:spcAft>
                <a:spcPts val="0"/>
              </a:spcAft>
              <a:buSzPts val="1500"/>
              <a:buChar char="-"/>
            </a:pPr>
            <a:r>
              <a:rPr lang="en" sz="1500"/>
              <a:t>Terraform Setup</a:t>
            </a:r>
            <a:endParaRPr sz="1500"/>
          </a:p>
          <a:p>
            <a:pPr indent="-336550" lvl="0" marL="457200" rtl="0" algn="l">
              <a:spcBef>
                <a:spcPts val="0"/>
              </a:spcBef>
              <a:spcAft>
                <a:spcPts val="0"/>
              </a:spcAft>
              <a:buSzPts val="1700"/>
              <a:buChar char="-"/>
            </a:pPr>
            <a:r>
              <a:rPr lang="en" sz="1500"/>
              <a:t>AI Templates</a:t>
            </a:r>
            <a:endParaRPr sz="1500"/>
          </a:p>
          <a:p>
            <a:pPr indent="-336550" lvl="0" marL="457200" rtl="0" algn="l">
              <a:spcBef>
                <a:spcPts val="0"/>
              </a:spcBef>
              <a:spcAft>
                <a:spcPts val="0"/>
              </a:spcAft>
              <a:buSzPts val="1700"/>
              <a:buChar char="-"/>
            </a:pPr>
            <a:r>
              <a:rPr lang="en" sz="1500"/>
              <a:t>Routing </a:t>
            </a:r>
            <a:r>
              <a:rPr lang="en" sz="1500"/>
              <a:t>organization</a:t>
            </a:r>
            <a:endParaRPr sz="1500"/>
          </a:p>
          <a:p>
            <a:pPr indent="-336550" lvl="0" marL="457200" rtl="0" algn="l">
              <a:spcBef>
                <a:spcPts val="0"/>
              </a:spcBef>
              <a:spcAft>
                <a:spcPts val="0"/>
              </a:spcAft>
              <a:buSzPts val="1700"/>
              <a:buChar char="-"/>
            </a:pPr>
            <a:r>
              <a:rPr lang="en" sz="1500"/>
              <a:t>AWS </a:t>
            </a:r>
            <a:r>
              <a:rPr lang="en" sz="1500"/>
              <a:t>lacking</a:t>
            </a:r>
            <a:r>
              <a:rPr lang="en" sz="1500"/>
              <a:t> support</a:t>
            </a:r>
            <a:endParaRPr sz="1500"/>
          </a:p>
          <a:p>
            <a:pPr indent="-336550" lvl="0" marL="457200" rtl="0" algn="l">
              <a:spcBef>
                <a:spcPts val="0"/>
              </a:spcBef>
              <a:spcAft>
                <a:spcPts val="0"/>
              </a:spcAft>
              <a:buSzPts val="1700"/>
              <a:buChar char="-"/>
            </a:pPr>
            <a:r>
              <a:rPr lang="en" sz="1500"/>
              <a:t>Consistent Testing Coverage</a:t>
            </a:r>
            <a:endParaRPr sz="1500"/>
          </a:p>
          <a:p>
            <a:pPr indent="-336550" lvl="0" marL="457200" rtl="0" algn="l">
              <a:spcBef>
                <a:spcPts val="0"/>
              </a:spcBef>
              <a:spcAft>
                <a:spcPts val="0"/>
              </a:spcAft>
              <a:buSzPts val="1700"/>
              <a:buChar char="-"/>
            </a:pPr>
            <a:r>
              <a:rPr lang="en" sz="1500"/>
              <a:t>Trello to Jira</a:t>
            </a:r>
            <a:endParaRPr sz="1500"/>
          </a:p>
        </p:txBody>
      </p:sp>
      <p:sp>
        <p:nvSpPr>
          <p:cNvPr id="636" name="Google Shape;636;p66"/>
          <p:cNvSpPr txBox="1"/>
          <p:nvPr>
            <p:ph idx="1" type="body"/>
          </p:nvPr>
        </p:nvSpPr>
        <p:spPr>
          <a:xfrm>
            <a:off x="4711325" y="1185244"/>
            <a:ext cx="3780600" cy="3391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500"/>
              <a:t>Large file context limitation </a:t>
            </a:r>
            <a:r>
              <a:rPr lang="en" sz="1300"/>
              <a:t>(Depends on model selection)</a:t>
            </a:r>
            <a:endParaRPr sz="1300"/>
          </a:p>
          <a:p>
            <a:pPr indent="-336550" lvl="0" marL="457200" rtl="0" algn="l">
              <a:spcBef>
                <a:spcPts val="0"/>
              </a:spcBef>
              <a:spcAft>
                <a:spcPts val="0"/>
              </a:spcAft>
              <a:buSzPts val="1700"/>
              <a:buChar char="-"/>
            </a:pPr>
            <a:r>
              <a:rPr lang="en" sz="1500"/>
              <a:t>AWS credit usage</a:t>
            </a:r>
            <a:endParaRPr sz="1500"/>
          </a:p>
          <a:p>
            <a:pPr indent="-336550" lvl="0" marL="457200" rtl="0" algn="l">
              <a:spcBef>
                <a:spcPts val="0"/>
              </a:spcBef>
              <a:spcAft>
                <a:spcPts val="0"/>
              </a:spcAft>
              <a:buSzPts val="1700"/>
              <a:buChar char="-"/>
            </a:pPr>
            <a:r>
              <a:rPr lang="en" sz="1500"/>
              <a:t>No User Authentication</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7"/>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a:t>
            </a:r>
            <a:r>
              <a:rPr lang="en"/>
              <a:t>rogress &amp; Results</a:t>
            </a:r>
            <a:endParaRPr/>
          </a:p>
        </p:txBody>
      </p:sp>
      <p:sp>
        <p:nvSpPr>
          <p:cNvPr id="642" name="Google Shape;642;p67"/>
          <p:cNvSpPr txBox="1"/>
          <p:nvPr>
            <p:ph idx="1" type="body"/>
          </p:nvPr>
        </p:nvSpPr>
        <p:spPr>
          <a:xfrm>
            <a:off x="318725" y="1745275"/>
            <a:ext cx="4516500" cy="306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Complete:</a:t>
            </a:r>
            <a:endParaRPr sz="1200"/>
          </a:p>
          <a:p>
            <a:pPr indent="-304800" lvl="0" marL="457200" rtl="0" algn="l">
              <a:spcBef>
                <a:spcPts val="0"/>
              </a:spcBef>
              <a:spcAft>
                <a:spcPts val="0"/>
              </a:spcAft>
              <a:buSzPts val="1200"/>
              <a:buChar char="●"/>
            </a:pPr>
            <a:r>
              <a:rPr lang="en" sz="1200"/>
              <a:t>Working chat system with Bedrock integration ✅ </a:t>
            </a:r>
            <a:endParaRPr sz="1200"/>
          </a:p>
          <a:p>
            <a:pPr indent="-304800" lvl="0" marL="457200" rtl="0" algn="l">
              <a:spcBef>
                <a:spcPts val="0"/>
              </a:spcBef>
              <a:spcAft>
                <a:spcPts val="0"/>
              </a:spcAft>
              <a:buSzPts val="1200"/>
              <a:buChar char="●"/>
            </a:pPr>
            <a:r>
              <a:rPr lang="en" sz="1200"/>
              <a:t>Full template engine ✅ (November 07, 2025)</a:t>
            </a:r>
            <a:endParaRPr sz="1200"/>
          </a:p>
          <a:p>
            <a:pPr indent="-304800" lvl="0" marL="457200" rtl="0" algn="l">
              <a:spcBef>
                <a:spcPts val="0"/>
              </a:spcBef>
              <a:spcAft>
                <a:spcPts val="0"/>
              </a:spcAft>
              <a:buSzPts val="1200"/>
              <a:buChar char="●"/>
            </a:pPr>
            <a:r>
              <a:rPr lang="en" sz="1200"/>
              <a:t>File uploads with S3 pre-signed URLs ✅ (November 06, 2025)</a:t>
            </a:r>
            <a:endParaRPr sz="1200"/>
          </a:p>
          <a:p>
            <a:pPr indent="-304800" lvl="0" marL="457200" rtl="0" algn="l">
              <a:spcBef>
                <a:spcPts val="0"/>
              </a:spcBef>
              <a:spcAft>
                <a:spcPts val="0"/>
              </a:spcAft>
              <a:buSzPts val="1200"/>
              <a:buChar char="●"/>
            </a:pPr>
            <a:r>
              <a:rPr lang="en" sz="1200"/>
              <a:t>Conversation/message persistence and saved to DynamoDB ✅ (October 27, 2025)</a:t>
            </a:r>
            <a:endParaRPr sz="1200"/>
          </a:p>
          <a:p>
            <a:pPr indent="-304800" lvl="0" marL="457200" rtl="0" algn="l">
              <a:spcBef>
                <a:spcPts val="0"/>
              </a:spcBef>
              <a:spcAft>
                <a:spcPts val="0"/>
              </a:spcAft>
              <a:buSzPts val="1200"/>
              <a:buChar char="●"/>
            </a:pPr>
            <a:r>
              <a:rPr lang="en" sz="1200"/>
              <a:t>Improved </a:t>
            </a:r>
            <a:r>
              <a:rPr lang="en" sz="1200"/>
              <a:t>architecture</a:t>
            </a:r>
            <a:r>
              <a:rPr lang="en" sz="1200"/>
              <a:t> design ✅ (November 12, 2025)</a:t>
            </a:r>
            <a:endParaRPr sz="1200"/>
          </a:p>
        </p:txBody>
      </p:sp>
      <p:sp>
        <p:nvSpPr>
          <p:cNvPr id="643" name="Google Shape;643;p67"/>
          <p:cNvSpPr txBox="1"/>
          <p:nvPr/>
        </p:nvSpPr>
        <p:spPr>
          <a:xfrm>
            <a:off x="5694000" y="1745275"/>
            <a:ext cx="3000000" cy="264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lt1"/>
                </a:solidFill>
                <a:latin typeface="Roboto"/>
                <a:ea typeface="Roboto"/>
                <a:cs typeface="Roboto"/>
                <a:sym typeface="Roboto"/>
              </a:rPr>
              <a:t>Planned:</a:t>
            </a:r>
            <a:endParaRPr sz="1200">
              <a:solidFill>
                <a:schemeClr val="lt1"/>
              </a:solidFill>
              <a:latin typeface="Roboto"/>
              <a:ea typeface="Roboto"/>
              <a:cs typeface="Roboto"/>
              <a:sym typeface="Roboto"/>
            </a:endParaRPr>
          </a:p>
          <a:p>
            <a:pPr indent="-304800" lvl="0" marL="457200" rtl="0" algn="l">
              <a:lnSpc>
                <a:spcPct val="115000"/>
              </a:lnSpc>
              <a:spcBef>
                <a:spcPts val="1200"/>
              </a:spcBef>
              <a:spcAft>
                <a:spcPts val="0"/>
              </a:spcAft>
              <a:buClr>
                <a:schemeClr val="lt1"/>
              </a:buClr>
              <a:buSzPts val="1200"/>
              <a:buFont typeface="Roboto"/>
              <a:buChar char="●"/>
            </a:pPr>
            <a:r>
              <a:rPr lang="en" sz="1200">
                <a:solidFill>
                  <a:schemeClr val="lt1"/>
                </a:solidFill>
                <a:latin typeface="Roboto"/>
                <a:ea typeface="Roboto"/>
                <a:cs typeface="Roboto"/>
                <a:sym typeface="Roboto"/>
              </a:rPr>
              <a:t>Full automation of code conversion</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Automated code building &amp; testing</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Improving UI &amp; User experience</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Infrastructure Enhancement (will be on next slide)</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Gitlab integration</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Github repo link file pull</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Cross Region Replication</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Tree Sitter</a:t>
            </a:r>
            <a:endParaRPr>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7" name="Shape 647"/>
        <p:cNvGrpSpPr/>
        <p:nvPr/>
      </p:nvGrpSpPr>
      <p:grpSpPr>
        <a:xfrm>
          <a:off x="0" y="0"/>
          <a:ext cx="0" cy="0"/>
          <a:chOff x="0" y="0"/>
          <a:chExt cx="0" cy="0"/>
        </a:xfrm>
      </p:grpSpPr>
      <p:pic>
        <p:nvPicPr>
          <p:cNvPr id="648" name="Google Shape;648;p68"/>
          <p:cNvPicPr preferRelativeResize="0"/>
          <p:nvPr/>
        </p:nvPicPr>
        <p:blipFill rotWithShape="1">
          <a:blip r:embed="rId4">
            <a:alphaModFix/>
          </a:blip>
          <a:srcRect b="0" l="0" r="0" t="0"/>
          <a:stretch/>
        </p:blipFill>
        <p:spPr>
          <a:xfrm>
            <a:off x="-2795587" y="-2795587"/>
            <a:ext cx="5591100" cy="5591100"/>
          </a:xfrm>
          <a:prstGeom prst="rect">
            <a:avLst/>
          </a:prstGeom>
          <a:noFill/>
          <a:ln>
            <a:noFill/>
          </a:ln>
        </p:spPr>
      </p:pic>
      <p:grpSp>
        <p:nvGrpSpPr>
          <p:cNvPr id="649" name="Google Shape;649;p68"/>
          <p:cNvGrpSpPr/>
          <p:nvPr/>
        </p:nvGrpSpPr>
        <p:grpSpPr>
          <a:xfrm>
            <a:off x="571500" y="2514600"/>
            <a:ext cx="8001000" cy="152400"/>
            <a:chOff x="571500" y="2514600"/>
            <a:chExt cx="8001000" cy="152400"/>
          </a:xfrm>
        </p:grpSpPr>
        <p:sp>
          <p:nvSpPr>
            <p:cNvPr id="650" name="Google Shape;650;p68"/>
            <p:cNvSpPr/>
            <p:nvPr/>
          </p:nvSpPr>
          <p:spPr>
            <a:xfrm>
              <a:off x="571500" y="2571750"/>
              <a:ext cx="80010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1" name="Google Shape;651;p68"/>
            <p:cNvSpPr/>
            <p:nvPr/>
          </p:nvSpPr>
          <p:spPr>
            <a:xfrm>
              <a:off x="1066800" y="2514600"/>
              <a:ext cx="152400" cy="152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2" name="Google Shape;652;p68"/>
            <p:cNvSpPr/>
            <p:nvPr/>
          </p:nvSpPr>
          <p:spPr>
            <a:xfrm>
              <a:off x="2590800" y="2514600"/>
              <a:ext cx="152400" cy="152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3" name="Google Shape;653;p68"/>
            <p:cNvSpPr/>
            <p:nvPr/>
          </p:nvSpPr>
          <p:spPr>
            <a:xfrm>
              <a:off x="4114800" y="2514600"/>
              <a:ext cx="152400" cy="1524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4" name="Google Shape;654;p68"/>
            <p:cNvSpPr/>
            <p:nvPr/>
          </p:nvSpPr>
          <p:spPr>
            <a:xfrm>
              <a:off x="5638800" y="2514600"/>
              <a:ext cx="152400" cy="152400"/>
            </a:xfrm>
            <a:prstGeom prst="ellipse">
              <a:avLst/>
            </a:prstGeom>
            <a:solidFill>
              <a:srgbClr val="3B82F6">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5" name="Google Shape;655;p68"/>
            <p:cNvSpPr/>
            <p:nvPr/>
          </p:nvSpPr>
          <p:spPr>
            <a:xfrm>
              <a:off x="7162800" y="2514600"/>
              <a:ext cx="152400" cy="152400"/>
            </a:xfrm>
            <a:prstGeom prst="ellipse">
              <a:avLst/>
            </a:prstGeom>
            <a:solidFill>
              <a:srgbClr val="3B82F6">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656" name="Google Shape;656;p68"/>
          <p:cNvSpPr txBox="1"/>
          <p:nvPr>
            <p:ph type="title"/>
          </p:nvPr>
        </p:nvSpPr>
        <p:spPr>
          <a:xfrm>
            <a:off x="718150" y="381000"/>
            <a:ext cx="7705800" cy="572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3200">
                <a:solidFill>
                  <a:srgbClr val="F8FAFC"/>
                </a:solidFill>
                <a:latin typeface="Audiowide"/>
                <a:ea typeface="Audiowide"/>
                <a:cs typeface="Audiowide"/>
                <a:sym typeface="Audiowide"/>
              </a:rPr>
              <a:t>Progress &amp; Strategic Roadmap</a:t>
            </a:r>
            <a:endParaRPr sz="3200">
              <a:solidFill>
                <a:srgbClr val="F8FAFC"/>
              </a:solidFill>
              <a:latin typeface="Audiowide"/>
              <a:ea typeface="Audiowide"/>
              <a:cs typeface="Audiowide"/>
              <a:sym typeface="Audiowide"/>
            </a:endParaRPr>
          </a:p>
        </p:txBody>
      </p:sp>
      <p:sp>
        <p:nvSpPr>
          <p:cNvPr id="657" name="Google Shape;657;p68"/>
          <p:cNvSpPr txBox="1"/>
          <p:nvPr>
            <p:ph idx="1" type="body"/>
          </p:nvPr>
        </p:nvSpPr>
        <p:spPr>
          <a:xfrm>
            <a:off x="571500" y="1047750"/>
            <a:ext cx="3810000" cy="171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10B981"/>
                </a:solidFill>
                <a:latin typeface="Karla"/>
                <a:ea typeface="Karla"/>
                <a:cs typeface="Karla"/>
                <a:sym typeface="Karla"/>
              </a:rPr>
              <a:t>PHASE 1: FOUNDATION (COMPLETE)</a:t>
            </a:r>
            <a:endParaRPr b="1" sz="1300">
              <a:solidFill>
                <a:srgbClr val="10B981"/>
              </a:solidFill>
              <a:latin typeface="Karla"/>
              <a:ea typeface="Karla"/>
              <a:cs typeface="Karla"/>
              <a:sym typeface="Karla"/>
            </a:endParaRPr>
          </a:p>
          <a:p>
            <a:pPr indent="-298450" lvl="0" marL="457200" rtl="0" algn="l">
              <a:spcBef>
                <a:spcPts val="600"/>
              </a:spcBef>
              <a:spcAft>
                <a:spcPts val="0"/>
              </a:spcAft>
              <a:buClr>
                <a:srgbClr val="E2E8F0"/>
              </a:buClr>
              <a:buSzPts val="1100"/>
              <a:buFont typeface="Karla"/>
              <a:buAutoNum type="arabicPeriod"/>
            </a:pPr>
            <a:r>
              <a:rPr lang="en" sz="1100">
                <a:solidFill>
                  <a:srgbClr val="E2E8F0"/>
                </a:solidFill>
                <a:latin typeface="Karla"/>
                <a:ea typeface="Karla"/>
                <a:cs typeface="Karla"/>
                <a:sym typeface="Karla"/>
              </a:rPr>
              <a:t>Conversation persistence &amp; DynamoDB</a:t>
            </a:r>
            <a:endParaRPr sz="1100">
              <a:solidFill>
                <a:srgbClr val="E2E8F0"/>
              </a:solidFill>
              <a:latin typeface="Karla"/>
              <a:ea typeface="Karla"/>
              <a:cs typeface="Karla"/>
              <a:sym typeface="Karla"/>
            </a:endParaRPr>
          </a:p>
          <a:p>
            <a:pPr indent="-298450" lvl="0" marL="457200" rtl="0" algn="l">
              <a:spcBef>
                <a:spcPts val="300"/>
              </a:spcBef>
              <a:spcAft>
                <a:spcPts val="0"/>
              </a:spcAft>
              <a:buClr>
                <a:srgbClr val="E2E8F0"/>
              </a:buClr>
              <a:buSzPts val="1100"/>
              <a:buFont typeface="Karla"/>
              <a:buAutoNum type="arabicPeriod"/>
            </a:pPr>
            <a:r>
              <a:rPr lang="en" sz="1100">
                <a:solidFill>
                  <a:srgbClr val="E2E8F0"/>
                </a:solidFill>
                <a:latin typeface="Karla"/>
                <a:ea typeface="Karla"/>
                <a:cs typeface="Karla"/>
                <a:sym typeface="Karla"/>
              </a:rPr>
              <a:t>S3 File uploads (Presigned URLs)</a:t>
            </a:r>
            <a:endParaRPr sz="1100">
              <a:solidFill>
                <a:srgbClr val="E2E8F0"/>
              </a:solidFill>
              <a:latin typeface="Karla"/>
              <a:ea typeface="Karla"/>
              <a:cs typeface="Karla"/>
              <a:sym typeface="Karla"/>
            </a:endParaRPr>
          </a:p>
          <a:p>
            <a:pPr indent="-298450" lvl="0" marL="457200" rtl="0" algn="l">
              <a:spcBef>
                <a:spcPts val="300"/>
              </a:spcBef>
              <a:spcAft>
                <a:spcPts val="0"/>
              </a:spcAft>
              <a:buClr>
                <a:srgbClr val="E2E8F0"/>
              </a:buClr>
              <a:buSzPts val="1100"/>
              <a:buFont typeface="Karla"/>
              <a:buAutoNum type="arabicPeriod"/>
            </a:pPr>
            <a:r>
              <a:rPr lang="en" sz="1100">
                <a:solidFill>
                  <a:srgbClr val="E2E8F0"/>
                </a:solidFill>
                <a:latin typeface="Karla"/>
                <a:ea typeface="Karla"/>
                <a:cs typeface="Karla"/>
                <a:sym typeface="Karla"/>
              </a:rPr>
              <a:t>Full template engine integration</a:t>
            </a:r>
            <a:endParaRPr sz="1100">
              <a:solidFill>
                <a:srgbClr val="E2E8F0"/>
              </a:solidFill>
              <a:latin typeface="Karla"/>
              <a:ea typeface="Karla"/>
              <a:cs typeface="Karla"/>
              <a:sym typeface="Karla"/>
            </a:endParaRPr>
          </a:p>
          <a:p>
            <a:pPr indent="-298450" lvl="0" marL="457200" rtl="0" algn="l">
              <a:spcBef>
                <a:spcPts val="300"/>
              </a:spcBef>
              <a:spcAft>
                <a:spcPts val="0"/>
              </a:spcAft>
              <a:buClr>
                <a:srgbClr val="E2E8F0"/>
              </a:buClr>
              <a:buSzPts val="1100"/>
              <a:buFont typeface="Karla"/>
              <a:buAutoNum type="arabicPeriod"/>
            </a:pPr>
            <a:r>
              <a:rPr lang="en" sz="1100">
                <a:solidFill>
                  <a:srgbClr val="E2E8F0"/>
                </a:solidFill>
                <a:latin typeface="Karla"/>
                <a:ea typeface="Karla"/>
                <a:cs typeface="Karla"/>
                <a:sym typeface="Karla"/>
              </a:rPr>
              <a:t>Improved architecture &amp; design</a:t>
            </a:r>
            <a:endParaRPr sz="1100">
              <a:solidFill>
                <a:srgbClr val="E2E8F0"/>
              </a:solidFill>
              <a:latin typeface="Karla"/>
              <a:ea typeface="Karla"/>
              <a:cs typeface="Karla"/>
              <a:sym typeface="Karla"/>
            </a:endParaRPr>
          </a:p>
        </p:txBody>
      </p:sp>
      <p:sp>
        <p:nvSpPr>
          <p:cNvPr id="658" name="Google Shape;658;p68"/>
          <p:cNvSpPr txBox="1"/>
          <p:nvPr/>
        </p:nvSpPr>
        <p:spPr>
          <a:xfrm>
            <a:off x="2795525" y="2667000"/>
            <a:ext cx="2857500" cy="952500"/>
          </a:xfrm>
          <a:prstGeom prst="rect">
            <a:avLst/>
          </a:prstGeom>
          <a:solidFill>
            <a:srgbClr val="000000">
              <a:alpha val="0"/>
            </a:srgbClr>
          </a:solidFill>
          <a:ln>
            <a:noFill/>
          </a:ln>
        </p:spPr>
        <p:txBody>
          <a:bodyPr anchorCtr="0" anchor="t" bIns="0" lIns="0" spcFirstLastPara="1" rIns="0" wrap="square" tIns="142875">
            <a:noAutofit/>
          </a:bodyPr>
          <a:lstStyle/>
          <a:p>
            <a:pPr indent="0" lvl="0" marL="0" rtl="0" algn="ctr">
              <a:spcBef>
                <a:spcPts val="0"/>
              </a:spcBef>
              <a:spcAft>
                <a:spcPts val="0"/>
              </a:spcAft>
              <a:buNone/>
            </a:pPr>
            <a:r>
              <a:rPr b="1" lang="en" sz="1400">
                <a:solidFill>
                  <a:srgbClr val="3B82F6"/>
                </a:solidFill>
                <a:latin typeface="Karla"/>
                <a:ea typeface="Karla"/>
                <a:cs typeface="Karla"/>
                <a:sym typeface="Karla"/>
              </a:rPr>
              <a:t>CURRENT: CHAT &amp; BEDROCK</a:t>
            </a:r>
            <a:endParaRPr b="1" sz="1400">
              <a:solidFill>
                <a:srgbClr val="3B82F6"/>
              </a:solidFill>
              <a:latin typeface="Karla"/>
              <a:ea typeface="Karla"/>
              <a:cs typeface="Karla"/>
              <a:sym typeface="Karla"/>
            </a:endParaRPr>
          </a:p>
          <a:p>
            <a:pPr indent="0" lvl="0" marL="0" rtl="0" algn="ctr">
              <a:spcBef>
                <a:spcPts val="375"/>
              </a:spcBef>
              <a:spcAft>
                <a:spcPts val="0"/>
              </a:spcAft>
              <a:buNone/>
            </a:pPr>
            <a:r>
              <a:rPr lang="en" sz="1100">
                <a:solidFill>
                  <a:srgbClr val="F1F5F9"/>
                </a:solidFill>
                <a:latin typeface="Karla"/>
                <a:ea typeface="Karla"/>
                <a:cs typeface="Karla"/>
                <a:sym typeface="Karla"/>
              </a:rPr>
              <a:t>Working chat system with seamless Bedrock integration</a:t>
            </a:r>
            <a:endParaRPr sz="1100">
              <a:solidFill>
                <a:srgbClr val="F1F5F9"/>
              </a:solidFill>
              <a:latin typeface="Karla"/>
              <a:ea typeface="Karla"/>
              <a:cs typeface="Karla"/>
              <a:sym typeface="Karla"/>
            </a:endParaRPr>
          </a:p>
        </p:txBody>
      </p:sp>
      <p:sp>
        <p:nvSpPr>
          <p:cNvPr id="659" name="Google Shape;659;p68"/>
          <p:cNvSpPr txBox="1"/>
          <p:nvPr/>
        </p:nvSpPr>
        <p:spPr>
          <a:xfrm>
            <a:off x="4857275" y="3300675"/>
            <a:ext cx="4000500" cy="1412400"/>
          </a:xfrm>
          <a:prstGeom prst="rect">
            <a:avLst/>
          </a:prstGeom>
          <a:solidFill>
            <a:srgbClr val="000000">
              <a:alpha val="0"/>
            </a:srgbClr>
          </a:solidFill>
          <a:ln>
            <a:noFill/>
          </a:ln>
        </p:spPr>
        <p:txBody>
          <a:bodyPr anchorCtr="0" anchor="t" bIns="0" lIns="0" spcFirstLastPara="1" rIns="0" wrap="square" tIns="190500">
            <a:spAutoFit/>
          </a:bodyPr>
          <a:lstStyle/>
          <a:p>
            <a:pPr indent="0" lvl="0" marL="0" rtl="0" algn="l">
              <a:spcBef>
                <a:spcPts val="0"/>
              </a:spcBef>
              <a:spcAft>
                <a:spcPts val="0"/>
              </a:spcAft>
              <a:buNone/>
            </a:pPr>
            <a:r>
              <a:rPr b="1" lang="en" sz="1300">
                <a:solidFill>
                  <a:srgbClr val="60A5FA"/>
                </a:solidFill>
                <a:latin typeface="Roboto"/>
                <a:ea typeface="Roboto"/>
                <a:cs typeface="Roboto"/>
                <a:sym typeface="Roboto"/>
              </a:rPr>
              <a:t>PHASE 2: AUTOMATION &amp; SCALING (PLANNED)</a:t>
            </a:r>
            <a:endParaRPr b="1" sz="1300">
              <a:solidFill>
                <a:srgbClr val="60A5FA"/>
              </a:solidFill>
              <a:latin typeface="Roboto"/>
              <a:ea typeface="Roboto"/>
              <a:cs typeface="Roboto"/>
              <a:sym typeface="Roboto"/>
            </a:endParaRPr>
          </a:p>
          <a:p>
            <a:pPr indent="-292100" lvl="0" marL="457200" rtl="0" algn="l">
              <a:spcBef>
                <a:spcPts val="750"/>
              </a:spcBef>
              <a:spcAft>
                <a:spcPts val="0"/>
              </a:spcAft>
              <a:buClr>
                <a:srgbClr val="94A3B8"/>
              </a:buClr>
              <a:buSzPts val="1000"/>
              <a:buFont typeface="Roboto"/>
              <a:buChar char="●"/>
            </a:pPr>
            <a:r>
              <a:rPr lang="en" sz="1000">
                <a:solidFill>
                  <a:srgbClr val="94A3B8"/>
                </a:solidFill>
                <a:latin typeface="Roboto"/>
                <a:ea typeface="Roboto"/>
                <a:cs typeface="Roboto"/>
                <a:sym typeface="Roboto"/>
              </a:rPr>
              <a:t>Code conversion &amp; build automation</a:t>
            </a:r>
            <a:endParaRPr sz="1000">
              <a:solidFill>
                <a:srgbClr val="94A3B8"/>
              </a:solidFill>
              <a:latin typeface="Roboto"/>
              <a:ea typeface="Roboto"/>
              <a:cs typeface="Roboto"/>
              <a:sym typeface="Roboto"/>
            </a:endParaRPr>
          </a:p>
          <a:p>
            <a:pPr indent="-292100" lvl="0" marL="457200" rtl="0" algn="l">
              <a:spcBef>
                <a:spcPts val="300"/>
              </a:spcBef>
              <a:spcAft>
                <a:spcPts val="0"/>
              </a:spcAft>
              <a:buClr>
                <a:srgbClr val="94A3B8"/>
              </a:buClr>
              <a:buSzPts val="1000"/>
              <a:buFont typeface="Roboto"/>
              <a:buChar char="●"/>
            </a:pPr>
            <a:r>
              <a:rPr lang="en" sz="1000">
                <a:solidFill>
                  <a:srgbClr val="94A3B8"/>
                </a:solidFill>
                <a:latin typeface="Roboto"/>
                <a:ea typeface="Roboto"/>
                <a:cs typeface="Roboto"/>
                <a:sym typeface="Roboto"/>
              </a:rPr>
              <a:t>Gitlab/Github integration &amp; file pull</a:t>
            </a:r>
            <a:endParaRPr sz="1000">
              <a:solidFill>
                <a:srgbClr val="94A3B8"/>
              </a:solidFill>
              <a:latin typeface="Roboto"/>
              <a:ea typeface="Roboto"/>
              <a:cs typeface="Roboto"/>
              <a:sym typeface="Roboto"/>
            </a:endParaRPr>
          </a:p>
          <a:p>
            <a:pPr indent="-292100" lvl="0" marL="457200" rtl="0" algn="l">
              <a:spcBef>
                <a:spcPts val="300"/>
              </a:spcBef>
              <a:spcAft>
                <a:spcPts val="0"/>
              </a:spcAft>
              <a:buClr>
                <a:srgbClr val="94A3B8"/>
              </a:buClr>
              <a:buSzPts val="1000"/>
              <a:buFont typeface="Roboto"/>
              <a:buChar char="●"/>
            </a:pPr>
            <a:r>
              <a:rPr lang="en" sz="1000">
                <a:solidFill>
                  <a:srgbClr val="94A3B8"/>
                </a:solidFill>
                <a:latin typeface="Roboto"/>
                <a:ea typeface="Roboto"/>
                <a:cs typeface="Roboto"/>
                <a:sym typeface="Roboto"/>
              </a:rPr>
              <a:t>Infrastructure: Cross Region Replication</a:t>
            </a:r>
            <a:endParaRPr sz="1000">
              <a:solidFill>
                <a:srgbClr val="94A3B8"/>
              </a:solidFill>
              <a:latin typeface="Roboto"/>
              <a:ea typeface="Roboto"/>
              <a:cs typeface="Roboto"/>
              <a:sym typeface="Roboto"/>
            </a:endParaRPr>
          </a:p>
          <a:p>
            <a:pPr indent="-292100" lvl="0" marL="457200" rtl="0" algn="l">
              <a:spcBef>
                <a:spcPts val="300"/>
              </a:spcBef>
              <a:spcAft>
                <a:spcPts val="0"/>
              </a:spcAft>
              <a:buClr>
                <a:srgbClr val="94A3B8"/>
              </a:buClr>
              <a:buSzPts val="1000"/>
              <a:buFont typeface="Roboto"/>
              <a:buChar char="●"/>
            </a:pPr>
            <a:r>
              <a:rPr lang="en" sz="1000">
                <a:solidFill>
                  <a:srgbClr val="94A3B8"/>
                </a:solidFill>
                <a:latin typeface="Roboto"/>
                <a:ea typeface="Roboto"/>
                <a:cs typeface="Roboto"/>
                <a:sym typeface="Roboto"/>
              </a:rPr>
              <a:t>UI/UX Improvements &amp; Tree Sitter</a:t>
            </a:r>
            <a:endParaRPr sz="1000">
              <a:solidFill>
                <a:srgbClr val="94A3B8"/>
              </a:solidFill>
              <a:latin typeface="Roboto"/>
              <a:ea typeface="Roboto"/>
              <a:cs typeface="Roboto"/>
              <a:sym typeface="Roboto"/>
            </a:endParaRPr>
          </a:p>
          <a:p>
            <a:pPr indent="-292100" lvl="0" marL="457200" rtl="0" algn="l">
              <a:spcBef>
                <a:spcPts val="300"/>
              </a:spcBef>
              <a:spcAft>
                <a:spcPts val="0"/>
              </a:spcAft>
              <a:buClr>
                <a:srgbClr val="94A3B8"/>
              </a:buClr>
              <a:buSzPts val="1000"/>
              <a:buFont typeface="Roboto"/>
              <a:buChar char="●"/>
            </a:pPr>
            <a:r>
              <a:rPr lang="en" sz="1000">
                <a:solidFill>
                  <a:srgbClr val="94A3B8"/>
                </a:solidFill>
                <a:latin typeface="Roboto"/>
                <a:ea typeface="Roboto"/>
                <a:cs typeface="Roboto"/>
                <a:sym typeface="Roboto"/>
              </a:rPr>
              <a:t>Infrastructure Enhancement (Next Slide)</a:t>
            </a:r>
            <a:endParaRPr sz="1000">
              <a:solidFill>
                <a:srgbClr val="94A3B8"/>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69"/>
          <p:cNvSpPr txBox="1"/>
          <p:nvPr>
            <p:ph type="title"/>
          </p:nvPr>
        </p:nvSpPr>
        <p:spPr>
          <a:xfrm>
            <a:off x="718150" y="540000"/>
            <a:ext cx="7705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Feature Demo?</a:t>
            </a:r>
            <a:endParaRPr/>
          </a:p>
        </p:txBody>
      </p:sp>
      <p:sp>
        <p:nvSpPr>
          <p:cNvPr id="665" name="Google Shape;665;p69"/>
          <p:cNvSpPr txBox="1"/>
          <p:nvPr>
            <p:ph idx="1" type="body"/>
          </p:nvPr>
        </p:nvSpPr>
        <p:spPr>
          <a:xfrm>
            <a:off x="311700" y="13414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600"/>
              <a:t>User Selection </a:t>
            </a:r>
            <a:endParaRPr sz="1600"/>
          </a:p>
          <a:p>
            <a:pPr indent="-342900" lvl="0" marL="457200" rtl="0" algn="l">
              <a:spcBef>
                <a:spcPts val="0"/>
              </a:spcBef>
              <a:spcAft>
                <a:spcPts val="0"/>
              </a:spcAft>
              <a:buSzPts val="1800"/>
              <a:buChar char="-"/>
            </a:pPr>
            <a:r>
              <a:rPr lang="en" sz="1600"/>
              <a:t>Template demo </a:t>
            </a:r>
            <a:endParaRPr sz="1600"/>
          </a:p>
          <a:p>
            <a:pPr indent="-342900" lvl="1" marL="914400" rtl="0" algn="l">
              <a:spcBef>
                <a:spcPts val="0"/>
              </a:spcBef>
              <a:spcAft>
                <a:spcPts val="0"/>
              </a:spcAft>
              <a:buSzPts val="1800"/>
              <a:buChar char="-"/>
            </a:pPr>
            <a:r>
              <a:rPr lang="en" sz="1800"/>
              <a:t>Feedback loops</a:t>
            </a:r>
            <a:endParaRPr sz="1800"/>
          </a:p>
          <a:p>
            <a:pPr indent="-342900" lvl="1" marL="914400" rtl="0" algn="l">
              <a:spcBef>
                <a:spcPts val="0"/>
              </a:spcBef>
              <a:spcAft>
                <a:spcPts val="0"/>
              </a:spcAft>
              <a:buSzPts val="1800"/>
              <a:buChar char="-"/>
            </a:pPr>
            <a:r>
              <a:rPr lang="en" sz="1800"/>
              <a:t>Target language selection</a:t>
            </a:r>
            <a:endParaRPr sz="1800"/>
          </a:p>
          <a:p>
            <a:pPr indent="-342900" lvl="1" marL="914400" rtl="0" algn="l">
              <a:spcBef>
                <a:spcPts val="0"/>
              </a:spcBef>
              <a:spcAft>
                <a:spcPts val="0"/>
              </a:spcAft>
              <a:buSzPts val="1800"/>
              <a:buChar char="-"/>
            </a:pPr>
            <a:r>
              <a:rPr lang="en" sz="1800"/>
              <a:t>Automated responses</a:t>
            </a:r>
            <a:endParaRPr sz="1800"/>
          </a:p>
          <a:p>
            <a:pPr indent="-342900" lvl="0" marL="457200" rtl="0" algn="l">
              <a:spcBef>
                <a:spcPts val="0"/>
              </a:spcBef>
              <a:spcAft>
                <a:spcPts val="0"/>
              </a:spcAft>
              <a:buSzPts val="1800"/>
              <a:buChar char="-"/>
            </a:pPr>
            <a:r>
              <a:rPr lang="en" sz="1600"/>
              <a:t>Free chat </a:t>
            </a:r>
            <a:endParaRPr sz="1600"/>
          </a:p>
          <a:p>
            <a:pPr indent="-342900" lvl="0" marL="457200" rtl="0" algn="l">
              <a:spcBef>
                <a:spcPts val="0"/>
              </a:spcBef>
              <a:spcAft>
                <a:spcPts val="0"/>
              </a:spcAft>
              <a:buSzPts val="1800"/>
              <a:buChar char="-"/>
            </a:pPr>
            <a:r>
              <a:rPr lang="en" sz="1600"/>
              <a:t>File by file Template</a:t>
            </a:r>
            <a:r>
              <a:rPr lang="en"/>
              <a:t> </a:t>
            </a:r>
            <a:endParaRPr/>
          </a:p>
          <a:p>
            <a:pPr indent="-342900" lvl="0" marL="457200" rtl="0" algn="l">
              <a:spcBef>
                <a:spcPts val="0"/>
              </a:spcBef>
              <a:spcAft>
                <a:spcPts val="0"/>
              </a:spcAft>
              <a:buSzPts val="1800"/>
              <a:buChar char="-"/>
            </a:pPr>
            <a:r>
              <a:rPr lang="en" sz="1600"/>
              <a:t>Model switch </a:t>
            </a:r>
            <a:endParaRPr sz="1600"/>
          </a:p>
          <a:p>
            <a:pPr indent="-342900" lvl="0" marL="457200" rtl="0" algn="l">
              <a:spcBef>
                <a:spcPts val="0"/>
              </a:spcBef>
              <a:spcAft>
                <a:spcPts val="0"/>
              </a:spcAft>
              <a:buSzPts val="1800"/>
              <a:buChar char="-"/>
            </a:pPr>
            <a:r>
              <a:rPr lang="en" sz="1600"/>
              <a:t>Backend docs page (OpenAPI)</a:t>
            </a:r>
            <a:endParaRPr sz="1600"/>
          </a:p>
        </p:txBody>
      </p:sp>
      <p:pic>
        <p:nvPicPr>
          <p:cNvPr id="666" name="Google Shape;666;p69" title="FullDemo.mov">
            <a:hlinkClick r:id="rId3"/>
          </p:cNvPr>
          <p:cNvPicPr preferRelativeResize="0"/>
          <p:nvPr/>
        </p:nvPicPr>
        <p:blipFill>
          <a:blip r:embed="rId4">
            <a:alphaModFix/>
          </a:blip>
          <a:stretch>
            <a:fillRect/>
          </a:stretch>
        </p:blipFill>
        <p:spPr>
          <a:xfrm>
            <a:off x="4154550" y="1635199"/>
            <a:ext cx="4677750" cy="2467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1000"/>
                                        <p:tgtEl>
                                          <p:spTgt spid="6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70"/>
          <p:cNvSpPr txBox="1"/>
          <p:nvPr>
            <p:ph type="ctrTitle"/>
          </p:nvPr>
        </p:nvSpPr>
        <p:spPr>
          <a:xfrm>
            <a:off x="4127225" y="1880600"/>
            <a:ext cx="1666200" cy="95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900"/>
              <a:t>Q&amp;A</a:t>
            </a:r>
            <a:endParaRPr sz="6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71"/>
          <p:cNvSpPr txBox="1"/>
          <p:nvPr>
            <p:ph type="ctrTitle"/>
          </p:nvPr>
        </p:nvSpPr>
        <p:spPr>
          <a:xfrm>
            <a:off x="2063550" y="1259100"/>
            <a:ext cx="5016900" cy="2625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900"/>
              <a:t>Thank You for Watching</a:t>
            </a:r>
            <a:endParaRPr sz="6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yber-Futuristic AI Technology Thesis Defense by Slidesgo">
  <a:themeElements>
    <a:clrScheme name="Simple Light">
      <a:dk1>
        <a:srgbClr val="031126"/>
      </a:dk1>
      <a:lt1>
        <a:srgbClr val="FFFFFF"/>
      </a:lt1>
      <a:dk2>
        <a:srgbClr val="10355F"/>
      </a:dk2>
      <a:lt2>
        <a:srgbClr val="3B8794"/>
      </a:lt2>
      <a:accent1>
        <a:srgbClr val="51AFDB"/>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yber-Futuristic AI Technology Thesis Defense by Slidesgo">
  <a:themeElements>
    <a:clrScheme name="Simple Light">
      <a:dk1>
        <a:srgbClr val="031126"/>
      </a:dk1>
      <a:lt1>
        <a:srgbClr val="FFFFFF"/>
      </a:lt1>
      <a:dk2>
        <a:srgbClr val="10355F"/>
      </a:dk2>
      <a:lt2>
        <a:srgbClr val="3B8794"/>
      </a:lt2>
      <a:accent1>
        <a:srgbClr val="51AFDB"/>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